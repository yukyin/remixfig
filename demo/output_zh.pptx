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112496" cy="8302752"/>
  <p:notesSz cx="8302752" cy="1311249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ramework_assets/bottom_textur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7904220"/>
            <a:ext cx="13112496" cy="3985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900" y="66422"/>
            <a:ext cx="2268462" cy="4965046"/>
          </a:xfrm>
          <a:prstGeom prst="roundRect">
            <a:avLst>
              <a:gd name="adj" fmla="val 4837"/>
            </a:avLst>
          </a:prstGeom>
          <a:solidFill>
            <a:srgbClr val="F8FBFF"/>
          </a:solidFill>
          <a:ln w="10795">
            <a:solidFill>
              <a:srgbClr val="1A3B7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910974" y="66422"/>
            <a:ext cx="2124224" cy="4965046"/>
          </a:xfrm>
          <a:prstGeom prst="roundRect">
            <a:avLst>
              <a:gd name="adj" fmla="val 5166"/>
            </a:avLst>
          </a:prstGeom>
          <a:solidFill>
            <a:srgbClr val="FBFAFF"/>
          </a:solidFill>
          <a:ln w="10795">
            <a:solidFill>
              <a:srgbClr val="5D2BA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07248" y="83028"/>
            <a:ext cx="2255349" cy="4948440"/>
          </a:xfrm>
          <a:prstGeom prst="roundRect">
            <a:avLst>
              <a:gd name="adj" fmla="val 4865"/>
            </a:avLst>
          </a:prstGeom>
          <a:solidFill>
            <a:srgbClr val="F1FFFF"/>
          </a:solidFill>
          <a:ln w="10795">
            <a:solidFill>
              <a:srgbClr val="1ED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52660" y="74725"/>
            <a:ext cx="2163562" cy="4956743"/>
          </a:xfrm>
          <a:prstGeom prst="roundRect">
            <a:avLst>
              <a:gd name="adj" fmla="val 5072"/>
            </a:avLst>
          </a:prstGeom>
          <a:solidFill>
            <a:srgbClr val="FAFFFA"/>
          </a:solidFill>
          <a:ln w="10795">
            <a:solidFill>
              <a:srgbClr val="2E7F4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014497" y="66422"/>
            <a:ext cx="2045549" cy="4965046"/>
          </a:xfrm>
          <a:prstGeom prst="roundRect">
            <a:avLst>
              <a:gd name="adj" fmla="val 5364"/>
            </a:avLst>
          </a:prstGeom>
          <a:solidFill>
            <a:srgbClr val="FFFDF7"/>
          </a:solidFill>
          <a:ln w="10795">
            <a:solidFill>
              <a:srgbClr val="B9821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2250" y="215872"/>
            <a:ext cx="288475" cy="348716"/>
          </a:xfrm>
          <a:prstGeom prst="ellipse">
            <a:avLst/>
          </a:prstGeom>
          <a:solidFill>
            <a:srgbClr val="0B2F73"/>
          </a:solidFill>
          <a:ln w="12700">
            <a:solidFill>
              <a:srgbClr val="0B2F7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8806" y="23247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62" y="290596"/>
            <a:ext cx="1534162" cy="2241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Signals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68324" y="215872"/>
            <a:ext cx="288475" cy="348716"/>
          </a:xfrm>
          <a:prstGeom prst="ellipse">
            <a:avLst/>
          </a:prstGeom>
          <a:solidFill>
            <a:srgbClr val="3C1376"/>
          </a:solidFill>
          <a:ln w="12700">
            <a:solidFill>
              <a:srgbClr val="3C137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74880" y="23247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74811" y="290596"/>
            <a:ext cx="1442375" cy="2241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0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Attribute Set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25261" y="224174"/>
            <a:ext cx="288475" cy="348716"/>
          </a:xfrm>
          <a:prstGeom prst="ellipse">
            <a:avLst/>
          </a:prstGeom>
          <a:solidFill>
            <a:srgbClr val="0C5D77"/>
          </a:solidFill>
          <a:ln w="12700">
            <a:solidFill>
              <a:srgbClr val="0C5D7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31817" y="240780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18636" y="290596"/>
            <a:ext cx="1534162" cy="2324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3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Digital Twin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96897" y="215872"/>
            <a:ext cx="288475" cy="348716"/>
          </a:xfrm>
          <a:prstGeom prst="ellipse">
            <a:avLst/>
          </a:prstGeom>
          <a:solidFill>
            <a:srgbClr val="2A7B3C"/>
          </a:solidFill>
          <a:ln w="12700">
            <a:solidFill>
              <a:srgbClr val="2A7B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454" y="23247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64047" y="282294"/>
            <a:ext cx="1442375" cy="2324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Engine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145622" y="215872"/>
            <a:ext cx="288475" cy="348716"/>
          </a:xfrm>
          <a:prstGeom prst="ellipse">
            <a:avLst/>
          </a:prstGeom>
          <a:solidFill>
            <a:srgbClr val="C0830C"/>
          </a:solidFill>
          <a:ln w="12700">
            <a:solidFill>
              <a:srgbClr val="C0830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2178" y="23247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538996" y="290596"/>
            <a:ext cx="1442375" cy="2324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75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Outcomes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83575" y="714037"/>
            <a:ext cx="2124224" cy="697431"/>
          </a:xfrm>
          <a:prstGeom prst="roundRect">
            <a:avLst>
              <a:gd name="adj" fmla="val 15733"/>
            </a:avLst>
          </a:prstGeom>
          <a:solidFill>
            <a:srgbClr val="F9FCFF"/>
          </a:solidFill>
          <a:ln w="10795">
            <a:solidFill>
              <a:srgbClr val="D5E0F0"/>
            </a:solidFill>
            <a:prstDash val="solid"/>
          </a:ln>
        </p:spPr>
      </p:sp>
      <p:pic>
        <p:nvPicPr>
          <p:cNvPr id="24" name="Image 1" descr="/mnt/data/clean_icons2/m1_messages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0" y="836817"/>
            <a:ext cx="406487" cy="43526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0525" y="921605"/>
            <a:ext cx="734300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1547275" y="880092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645618" y="921605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743962" y="880092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547275" y="1062752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645618" y="1021238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743962" y="1062752"/>
            <a:ext cx="45894" cy="45042"/>
          </a:xfrm>
          <a:prstGeom prst="ellipse">
            <a:avLst/>
          </a:prstGeom>
          <a:solidFill>
            <a:srgbClr val="2F7BD8"/>
          </a:solidFill>
          <a:ln w="12700">
            <a:solidFill>
              <a:srgbClr val="2F7BD8">
                <a:alpha val="0"/>
              </a:srgbClr>
            </a:solidFill>
            <a:prstDash val="solid"/>
          </a:ln>
        </p:spPr>
      </p:sp>
      <p:pic>
        <p:nvPicPr>
          <p:cNvPr id="32" name="Image 2" descr="/mnt/data/clean_icons2/m1_messages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524" y="928910"/>
            <a:ext cx="393375" cy="20126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183575" y="1511101"/>
            <a:ext cx="2124224" cy="697431"/>
          </a:xfrm>
          <a:prstGeom prst="roundRect">
            <a:avLst>
              <a:gd name="adj" fmla="val 15733"/>
            </a:avLst>
          </a:prstGeom>
          <a:solidFill>
            <a:srgbClr val="F9FCFF"/>
          </a:solidFill>
          <a:ln w="10795">
            <a:solidFill>
              <a:srgbClr val="D5E0F0"/>
            </a:solidFill>
            <a:prstDash val="solid"/>
          </a:ln>
        </p:spPr>
      </p:sp>
      <p:pic>
        <p:nvPicPr>
          <p:cNvPr id="34" name="Image 3" descr="/mnt/data/clean_icons2/m1_choices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0" y="1637666"/>
            <a:ext cx="406487" cy="42769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0525" y="1718670"/>
            <a:ext cx="734300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endParaRPr lang="en-US" sz="870" dirty="0"/>
          </a:p>
        </p:txBody>
      </p:sp>
      <p:sp>
        <p:nvSpPr>
          <p:cNvPr id="36" name="Shape 30"/>
          <p:cNvSpPr/>
          <p:nvPr/>
        </p:nvSpPr>
        <p:spPr>
          <a:xfrm>
            <a:off x="1422706" y="1677156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521050" y="1718670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619393" y="1677156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422706" y="1859816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521050" y="1818303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619393" y="1859816"/>
            <a:ext cx="45894" cy="45042"/>
          </a:xfrm>
          <a:prstGeom prst="ellipse">
            <a:avLst/>
          </a:prstGeom>
          <a:solidFill>
            <a:srgbClr val="19A99B"/>
          </a:solidFill>
          <a:ln w="12700">
            <a:solidFill>
              <a:srgbClr val="19A99B">
                <a:alpha val="0"/>
              </a:srgbClr>
            </a:solidFill>
            <a:prstDash val="solid"/>
          </a:ln>
        </p:spPr>
      </p:sp>
      <p:pic>
        <p:nvPicPr>
          <p:cNvPr id="42" name="Image 4" descr="/mnt/data/clean_icons2/m1_choices_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074" y="1655646"/>
            <a:ext cx="419600" cy="333616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183575" y="2299862"/>
            <a:ext cx="2124224" cy="697431"/>
          </a:xfrm>
          <a:prstGeom prst="roundRect">
            <a:avLst>
              <a:gd name="adj" fmla="val 15733"/>
            </a:avLst>
          </a:prstGeom>
          <a:solidFill>
            <a:srgbClr val="F9FCFF"/>
          </a:solidFill>
          <a:ln w="10795">
            <a:solidFill>
              <a:srgbClr val="D5E0F0"/>
            </a:solidFill>
            <a:prstDash val="solid"/>
          </a:ln>
        </p:spPr>
      </p:sp>
      <p:pic>
        <p:nvPicPr>
          <p:cNvPr id="44" name="Image 5" descr="/mnt/data/clean_icons2/m1_reactions_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50" y="2398025"/>
            <a:ext cx="406487" cy="4845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60525" y="2507431"/>
            <a:ext cx="734300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</a:t>
            </a:r>
            <a:endParaRPr lang="en-US" sz="870" dirty="0"/>
          </a:p>
        </p:txBody>
      </p:sp>
      <p:sp>
        <p:nvSpPr>
          <p:cNvPr id="46" name="Shape 38"/>
          <p:cNvSpPr/>
          <p:nvPr/>
        </p:nvSpPr>
        <p:spPr>
          <a:xfrm>
            <a:off x="1403037" y="2465917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501381" y="2507431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599725" y="2465917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403037" y="2648578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501381" y="2607064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599725" y="2648578"/>
            <a:ext cx="45894" cy="45042"/>
          </a:xfrm>
          <a:prstGeom prst="ellipse">
            <a:avLst/>
          </a:prstGeom>
          <a:solidFill>
            <a:srgbClr val="D84368"/>
          </a:solidFill>
          <a:ln w="12700">
            <a:solidFill>
              <a:srgbClr val="D84368">
                <a:alpha val="0"/>
              </a:srgbClr>
            </a:solidFill>
            <a:prstDash val="solid"/>
          </a:ln>
        </p:spPr>
      </p:sp>
      <p:pic>
        <p:nvPicPr>
          <p:cNvPr id="52" name="Image 6" descr="/mnt/data/clean_icons2/m1_reactions_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412" y="2533657"/>
            <a:ext cx="419600" cy="287961"/>
          </a:xfrm>
          <a:prstGeom prst="rect">
            <a:avLst/>
          </a:prstGeom>
        </p:spPr>
      </p:pic>
      <p:sp>
        <p:nvSpPr>
          <p:cNvPr id="53" name="Shape 44"/>
          <p:cNvSpPr/>
          <p:nvPr/>
        </p:nvSpPr>
        <p:spPr>
          <a:xfrm>
            <a:off x="183575" y="3096926"/>
            <a:ext cx="2124224" cy="697431"/>
          </a:xfrm>
          <a:prstGeom prst="roundRect">
            <a:avLst>
              <a:gd name="adj" fmla="val 15733"/>
            </a:avLst>
          </a:prstGeom>
          <a:solidFill>
            <a:srgbClr val="F9FCFF"/>
          </a:solidFill>
          <a:ln w="10795">
            <a:solidFill>
              <a:srgbClr val="D5E0F0"/>
            </a:solidFill>
            <a:prstDash val="solid"/>
          </a:ln>
        </p:spPr>
      </p:sp>
      <p:pic>
        <p:nvPicPr>
          <p:cNvPr id="54" name="Image 7" descr="/mnt/data/clean_icons2/m1_social_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250" y="3219447"/>
            <a:ext cx="406487" cy="43578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60525" y="3304495"/>
            <a:ext cx="734300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posts</a:t>
            </a:r>
            <a:endParaRPr lang="en-US" sz="870" dirty="0"/>
          </a:p>
        </p:txBody>
      </p:sp>
      <p:sp>
        <p:nvSpPr>
          <p:cNvPr id="56" name="Shape 46"/>
          <p:cNvSpPr/>
          <p:nvPr/>
        </p:nvSpPr>
        <p:spPr>
          <a:xfrm>
            <a:off x="1422706" y="3262982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521050" y="3304495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1619393" y="3262982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1422706" y="3445642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521050" y="3404128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619393" y="3445642"/>
            <a:ext cx="45894" cy="45042"/>
          </a:xfrm>
          <a:prstGeom prst="ellipse">
            <a:avLst/>
          </a:prstGeom>
          <a:solidFill>
            <a:srgbClr val="7559C8"/>
          </a:solidFill>
          <a:ln w="12700">
            <a:solidFill>
              <a:srgbClr val="7559C8">
                <a:alpha val="0"/>
              </a:srgbClr>
            </a:solidFill>
            <a:prstDash val="solid"/>
          </a:ln>
        </p:spPr>
      </p:sp>
      <p:pic>
        <p:nvPicPr>
          <p:cNvPr id="62" name="Image 8" descr="/mnt/data/clean_icons2/m1_social_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246" y="3271284"/>
            <a:ext cx="431482" cy="365321"/>
          </a:xfrm>
          <a:prstGeom prst="rect">
            <a:avLst/>
          </a:prstGeom>
        </p:spPr>
      </p:pic>
      <p:sp>
        <p:nvSpPr>
          <p:cNvPr id="63" name="Shape 52"/>
          <p:cNvSpPr/>
          <p:nvPr/>
        </p:nvSpPr>
        <p:spPr>
          <a:xfrm>
            <a:off x="183575" y="3893991"/>
            <a:ext cx="2124224" cy="697431"/>
          </a:xfrm>
          <a:prstGeom prst="roundRect">
            <a:avLst>
              <a:gd name="adj" fmla="val 15733"/>
            </a:avLst>
          </a:prstGeom>
          <a:solidFill>
            <a:srgbClr val="F9FCFF"/>
          </a:solidFill>
          <a:ln w="10795">
            <a:solidFill>
              <a:srgbClr val="D5E0F0"/>
            </a:solidFill>
            <a:prstDash val="solid"/>
          </a:ln>
        </p:spPr>
      </p:sp>
      <p:pic>
        <p:nvPicPr>
          <p:cNvPr id="64" name="Image 9" descr="/mnt/data/clean_icons2/m1_micro_ic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250" y="4015114"/>
            <a:ext cx="406487" cy="43857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760525" y="4101559"/>
            <a:ext cx="734300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</a:t>
            </a:r>
            <a:endParaRPr lang="en-US" sz="870" dirty="0"/>
          </a:p>
        </p:txBody>
      </p:sp>
      <p:sp>
        <p:nvSpPr>
          <p:cNvPr id="66" name="Shape 54"/>
          <p:cNvSpPr/>
          <p:nvPr/>
        </p:nvSpPr>
        <p:spPr>
          <a:xfrm>
            <a:off x="1403037" y="4060046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1501381" y="4101559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sp>
        <p:nvSpPr>
          <p:cNvPr id="68" name="Shape 56"/>
          <p:cNvSpPr/>
          <p:nvPr/>
        </p:nvSpPr>
        <p:spPr>
          <a:xfrm>
            <a:off x="1599725" y="4060046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1403037" y="4242706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1501381" y="4201193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1599725" y="4242706"/>
            <a:ext cx="45894" cy="45042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>
                <a:alpha val="0"/>
              </a:srgbClr>
            </a:solidFill>
            <a:prstDash val="solid"/>
          </a:ln>
        </p:spPr>
      </p:sp>
      <p:pic>
        <p:nvPicPr>
          <p:cNvPr id="72" name="Image 10" descr="/mnt/data/clean_icons2/m1_micro_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0672" y="4076651"/>
            <a:ext cx="431743" cy="298899"/>
          </a:xfrm>
          <a:prstGeom prst="rect">
            <a:avLst/>
          </a:prstGeom>
        </p:spPr>
      </p:pic>
      <p:sp>
        <p:nvSpPr>
          <p:cNvPr id="73" name="Shape 60"/>
          <p:cNvSpPr/>
          <p:nvPr/>
        </p:nvSpPr>
        <p:spPr>
          <a:xfrm>
            <a:off x="2360249" y="2108899"/>
            <a:ext cx="563837" cy="448349"/>
          </a:xfrm>
          <a:prstGeom prst="rightArrow">
            <a:avLst/>
          </a:prstGeom>
          <a:solidFill>
            <a:srgbClr val="163B75"/>
          </a:solidFill>
          <a:ln w="12700">
            <a:solidFill>
              <a:srgbClr val="163B75">
                <a:alpha val="0"/>
              </a:srgbClr>
            </a:solidFill>
            <a:prstDash val="solid"/>
          </a:ln>
        </p:spPr>
      </p:sp>
      <p:sp>
        <p:nvSpPr>
          <p:cNvPr id="74" name="Text 61"/>
          <p:cNvSpPr/>
          <p:nvPr/>
        </p:nvSpPr>
        <p:spPr>
          <a:xfrm>
            <a:off x="2399587" y="2648578"/>
            <a:ext cx="498275" cy="5396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sparse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75" name="Shape 62"/>
          <p:cNvSpPr/>
          <p:nvPr/>
        </p:nvSpPr>
        <p:spPr>
          <a:xfrm>
            <a:off x="5035198" y="2108899"/>
            <a:ext cx="511387" cy="448349"/>
          </a:xfrm>
          <a:prstGeom prst="rightArrow">
            <a:avLst/>
          </a:prstGeom>
          <a:solidFill>
            <a:srgbClr val="542FB0"/>
          </a:solidFill>
          <a:ln w="12700">
            <a:solidFill>
              <a:srgbClr val="542FB0">
                <a:alpha val="0"/>
              </a:srgbClr>
            </a:solidFill>
            <a:prstDash val="solid"/>
          </a:ln>
        </p:spPr>
      </p:sp>
      <p:sp>
        <p:nvSpPr>
          <p:cNvPr id="76" name="Text 63"/>
          <p:cNvSpPr/>
          <p:nvPr/>
        </p:nvSpPr>
        <p:spPr>
          <a:xfrm>
            <a:off x="4890961" y="2739908"/>
            <a:ext cx="616287" cy="3653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77" name="Shape 64"/>
          <p:cNvSpPr/>
          <p:nvPr/>
        </p:nvSpPr>
        <p:spPr>
          <a:xfrm>
            <a:off x="7736373" y="2117202"/>
            <a:ext cx="590062" cy="448349"/>
          </a:xfrm>
          <a:prstGeom prst="rightArrow">
            <a:avLst/>
          </a:prstGeom>
          <a:solidFill>
            <a:srgbClr val="07866F"/>
          </a:solidFill>
          <a:ln w="12700">
            <a:solidFill>
              <a:srgbClr val="07866F">
                <a:alpha val="0"/>
              </a:srgbClr>
            </a:solidFill>
            <a:prstDash val="solid"/>
          </a:ln>
        </p:spPr>
      </p:sp>
      <p:sp>
        <p:nvSpPr>
          <p:cNvPr id="78" name="Text 65"/>
          <p:cNvSpPr/>
          <p:nvPr/>
        </p:nvSpPr>
        <p:spPr>
          <a:xfrm>
            <a:off x="7762598" y="2640275"/>
            <a:ext cx="550725" cy="6974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stimuli</a:t>
            </a:r>
            <a:endParaRPr lang="en-US" sz="750" dirty="0"/>
          </a:p>
        </p:txBody>
      </p:sp>
      <p:sp>
        <p:nvSpPr>
          <p:cNvPr id="79" name="Shape 66"/>
          <p:cNvSpPr/>
          <p:nvPr/>
        </p:nvSpPr>
        <p:spPr>
          <a:xfrm>
            <a:off x="10489997" y="2117202"/>
            <a:ext cx="524500" cy="448349"/>
          </a:xfrm>
          <a:prstGeom prst="rightArrow">
            <a:avLst/>
          </a:prstGeom>
          <a:solidFill>
            <a:srgbClr val="3E8C3D"/>
          </a:solidFill>
          <a:ln w="12700">
            <a:solidFill>
              <a:srgbClr val="3E8C3D">
                <a:alpha val="0"/>
              </a:srgbClr>
            </a:solidFill>
            <a:prstDash val="solid"/>
          </a:ln>
        </p:spPr>
      </p:sp>
      <p:sp>
        <p:nvSpPr>
          <p:cNvPr id="80" name="Text 67"/>
          <p:cNvSpPr/>
          <p:nvPr/>
        </p:nvSpPr>
        <p:spPr>
          <a:xfrm>
            <a:off x="10529334" y="2756514"/>
            <a:ext cx="524500" cy="1992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3199449" y="1162385"/>
            <a:ext cx="1507937" cy="2573853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D9D1EF">
                <a:alpha val="80000"/>
              </a:srgbClr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3271568" y="1282775"/>
            <a:ext cx="1363700" cy="2333073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D9D1EF">
                <a:alpha val="80000"/>
              </a:srgbClr>
            </a:solidFill>
            <a:prstDash val="solid"/>
          </a:ln>
        </p:spPr>
      </p:sp>
      <p:sp>
        <p:nvSpPr>
          <p:cNvPr id="83" name="Shape 70"/>
          <p:cNvSpPr/>
          <p:nvPr/>
        </p:nvSpPr>
        <p:spPr>
          <a:xfrm>
            <a:off x="3343686" y="1403165"/>
            <a:ext cx="1219462" cy="2092294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D9D1EF">
                <a:alpha val="80000"/>
              </a:srgbClr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3415805" y="1523555"/>
            <a:ext cx="1075225" cy="1851514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D9D1EF">
                <a:alpha val="80000"/>
              </a:srgbClr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3487924" y="1643945"/>
            <a:ext cx="930987" cy="1610734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D9D1EF">
                <a:alpha val="80000"/>
              </a:srgbClr>
            </a:solidFill>
            <a:prstDash val="solid"/>
          </a:ln>
        </p:spPr>
      </p:sp>
      <p:pic>
        <p:nvPicPr>
          <p:cNvPr id="86" name="Image 11" descr="/mnt/data/clean_icons2/m2_cent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8987" y="1428749"/>
            <a:ext cx="1940649" cy="2290207"/>
          </a:xfrm>
          <a:prstGeom prst="rect">
            <a:avLst/>
          </a:prstGeom>
        </p:spPr>
      </p:pic>
      <p:pic>
        <p:nvPicPr>
          <p:cNvPr id="87" name="Image 12" descr="/mnt/data/clean_icons2/m2_brai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3949" y="1056610"/>
            <a:ext cx="511387" cy="535359"/>
          </a:xfrm>
          <a:prstGeom prst="rect">
            <a:avLst/>
          </a:prstGeom>
        </p:spPr>
      </p:pic>
      <p:pic>
        <p:nvPicPr>
          <p:cNvPr id="88" name="Image 13" descr="/mnt/data/clean_icons2/m2_shie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2099" y="1915725"/>
            <a:ext cx="511387" cy="527494"/>
          </a:xfrm>
          <a:prstGeom prst="rect">
            <a:avLst/>
          </a:prstGeom>
        </p:spPr>
      </p:pic>
      <p:pic>
        <p:nvPicPr>
          <p:cNvPr id="89" name="Image 14" descr="/mnt/data/clean_icons2/m2_mask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024" y="1910994"/>
            <a:ext cx="511387" cy="536957"/>
          </a:xfrm>
          <a:prstGeom prst="rect">
            <a:avLst/>
          </a:prstGeom>
        </p:spPr>
      </p:pic>
      <p:pic>
        <p:nvPicPr>
          <p:cNvPr id="90" name="Image 15" descr="/mnt/data/clean_icons2/m2_lightnin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7499" y="3213165"/>
            <a:ext cx="494362" cy="539679"/>
          </a:xfrm>
          <a:prstGeom prst="rect">
            <a:avLst/>
          </a:prstGeom>
        </p:spPr>
      </p:pic>
      <p:pic>
        <p:nvPicPr>
          <p:cNvPr id="91" name="Image 16" descr="/mnt/data/clean_icons2/m2_peop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60008" y="3213165"/>
            <a:ext cx="429193" cy="539679"/>
          </a:xfrm>
          <a:prstGeom prst="rect">
            <a:avLst/>
          </a:prstGeom>
        </p:spPr>
      </p:pic>
      <p:sp>
        <p:nvSpPr>
          <p:cNvPr id="92" name="Text 73"/>
          <p:cNvSpPr/>
          <p:nvPr/>
        </p:nvSpPr>
        <p:spPr>
          <a:xfrm>
            <a:off x="3146999" y="4591422"/>
            <a:ext cx="1599725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1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internal parameters</a:t>
            </a:r>
            <a:endParaRPr lang="en-US" sz="1000" dirty="0"/>
          </a:p>
        </p:txBody>
      </p:sp>
      <p:pic>
        <p:nvPicPr>
          <p:cNvPr id="93" name="Image 17" descr="/mnt/data/clean_icons2/m3_main_visua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2148" y="1107721"/>
            <a:ext cx="1993099" cy="2899054"/>
          </a:xfrm>
          <a:prstGeom prst="rect">
            <a:avLst/>
          </a:prstGeom>
        </p:spPr>
      </p:pic>
      <p:sp>
        <p:nvSpPr>
          <p:cNvPr id="94" name="Text 74"/>
          <p:cNvSpPr/>
          <p:nvPr/>
        </p:nvSpPr>
        <p:spPr>
          <a:xfrm>
            <a:off x="5900623" y="4583119"/>
            <a:ext cx="1494825" cy="3404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computational proxy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person</a:t>
            </a:r>
            <a:endParaRPr lang="en-US" sz="1000" dirty="0"/>
          </a:p>
        </p:txBody>
      </p:sp>
      <p:pic>
        <p:nvPicPr>
          <p:cNvPr id="95" name="Image 18" descr="/mnt/data/clean_icons2/m4_arrow_ico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40629" y="813670"/>
            <a:ext cx="384586" cy="406835"/>
          </a:xfrm>
          <a:prstGeom prst="rect">
            <a:avLst/>
          </a:prstGeom>
        </p:spPr>
      </p:pic>
      <p:sp>
        <p:nvSpPr>
          <p:cNvPr id="96" name="Text 75"/>
          <p:cNvSpPr/>
          <p:nvPr/>
        </p:nvSpPr>
        <p:spPr>
          <a:xfrm>
            <a:off x="8536235" y="1311835"/>
            <a:ext cx="917875" cy="4151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 next?</a:t>
            </a:r>
            <a:endParaRPr lang="en-US" sz="820" dirty="0"/>
          </a:p>
        </p:txBody>
      </p:sp>
      <p:sp>
        <p:nvSpPr>
          <p:cNvPr id="97" name="Shape 76"/>
          <p:cNvSpPr/>
          <p:nvPr/>
        </p:nvSpPr>
        <p:spPr>
          <a:xfrm>
            <a:off x="8523122" y="1785092"/>
            <a:ext cx="786750" cy="0"/>
          </a:xfrm>
          <a:prstGeom prst="line">
            <a:avLst/>
          </a:prstGeom>
          <a:noFill/>
          <a:ln w="6350">
            <a:solidFill>
              <a:srgbClr val="AAB7AF"/>
            </a:solidFill>
            <a:prstDash val="solid"/>
          </a:ln>
        </p:spPr>
      </p:sp>
      <p:pic>
        <p:nvPicPr>
          <p:cNvPr id="98" name="Image 19" descr="/mnt/data/clean_icons2/m4_warn_ic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46512" y="2000963"/>
            <a:ext cx="372820" cy="398532"/>
          </a:xfrm>
          <a:prstGeom prst="rect">
            <a:avLst/>
          </a:prstGeom>
        </p:spPr>
      </p:pic>
      <p:sp>
        <p:nvSpPr>
          <p:cNvPr id="99" name="Text 77"/>
          <p:cNvSpPr/>
          <p:nvPr/>
        </p:nvSpPr>
        <p:spPr>
          <a:xfrm>
            <a:off x="8536235" y="2490826"/>
            <a:ext cx="917875" cy="5396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will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emerge?</a:t>
            </a:r>
            <a:endParaRPr lang="en-US" sz="820" dirty="0"/>
          </a:p>
        </p:txBody>
      </p:sp>
      <p:sp>
        <p:nvSpPr>
          <p:cNvPr id="100" name="Shape 78"/>
          <p:cNvSpPr/>
          <p:nvPr/>
        </p:nvSpPr>
        <p:spPr>
          <a:xfrm>
            <a:off x="8523122" y="3238073"/>
            <a:ext cx="786750" cy="0"/>
          </a:xfrm>
          <a:prstGeom prst="line">
            <a:avLst/>
          </a:prstGeom>
          <a:noFill/>
          <a:ln w="6350">
            <a:solidFill>
              <a:srgbClr val="AAB7AF"/>
            </a:solidFill>
            <a:prstDash val="solid"/>
          </a:ln>
        </p:spPr>
      </p:sp>
      <p:pic>
        <p:nvPicPr>
          <p:cNvPr id="101" name="Image 20" descr="/mnt/data/clean_icons2/m4_shield_ico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80748" y="3354312"/>
            <a:ext cx="304348" cy="423440"/>
          </a:xfrm>
          <a:prstGeom prst="rect">
            <a:avLst/>
          </a:prstGeom>
        </p:spPr>
      </p:pic>
      <p:sp>
        <p:nvSpPr>
          <p:cNvPr id="102" name="Text 79"/>
          <p:cNvSpPr/>
          <p:nvPr/>
        </p:nvSpPr>
        <p:spPr>
          <a:xfrm>
            <a:off x="8536235" y="3910596"/>
            <a:ext cx="1049000" cy="4981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they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under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pressure?</a:t>
            </a:r>
            <a:endParaRPr lang="en-US" sz="820" dirty="0"/>
          </a:p>
        </p:txBody>
      </p:sp>
      <p:pic>
        <p:nvPicPr>
          <p:cNvPr id="103" name="Image 21" descr="/mnt/data/clean_icons2/m4_char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70535" y="2037279"/>
            <a:ext cx="1075225" cy="1031634"/>
          </a:xfrm>
          <a:prstGeom prst="rect">
            <a:avLst/>
          </a:prstGeom>
        </p:spPr>
      </p:pic>
      <p:sp>
        <p:nvSpPr>
          <p:cNvPr id="104" name="Text 80"/>
          <p:cNvSpPr/>
          <p:nvPr/>
        </p:nvSpPr>
        <p:spPr>
          <a:xfrm>
            <a:off x="8693585" y="4740871"/>
            <a:ext cx="327812" cy="1660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105" name="Text 81"/>
          <p:cNvSpPr/>
          <p:nvPr/>
        </p:nvSpPr>
        <p:spPr>
          <a:xfrm>
            <a:off x="9978609" y="4740871"/>
            <a:ext cx="498275" cy="1660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800" dirty="0"/>
          </a:p>
        </p:txBody>
      </p:sp>
      <p:sp>
        <p:nvSpPr>
          <p:cNvPr id="106" name="Shape 82"/>
          <p:cNvSpPr/>
          <p:nvPr/>
        </p:nvSpPr>
        <p:spPr>
          <a:xfrm>
            <a:off x="9047622" y="4832202"/>
            <a:ext cx="812975" cy="0"/>
          </a:xfrm>
          <a:prstGeom prst="line">
            <a:avLst/>
          </a:prstGeom>
          <a:noFill/>
          <a:ln w="12700">
            <a:solidFill>
              <a:srgbClr val="4D565C"/>
            </a:solidFill>
            <a:prstDash val="solid"/>
            <a:headEnd type="none"/>
            <a:tailEnd type="triangle"/>
          </a:ln>
        </p:spPr>
      </p:sp>
      <p:sp>
        <p:nvSpPr>
          <p:cNvPr id="107" name="Text 83"/>
          <p:cNvSpPr/>
          <p:nvPr/>
        </p:nvSpPr>
        <p:spPr>
          <a:xfrm>
            <a:off x="8693585" y="4965046"/>
            <a:ext cx="1599725" cy="1992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8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 trajectories</a:t>
            </a:r>
            <a:endParaRPr lang="en-US" sz="980" dirty="0"/>
          </a:p>
        </p:txBody>
      </p:sp>
      <p:sp>
        <p:nvSpPr>
          <p:cNvPr id="108" name="Shape 84"/>
          <p:cNvSpPr/>
          <p:nvPr/>
        </p:nvSpPr>
        <p:spPr>
          <a:xfrm>
            <a:off x="11119397" y="855183"/>
            <a:ext cx="1835749" cy="639312"/>
          </a:xfrm>
          <a:prstGeom prst="roundRect">
            <a:avLst>
              <a:gd name="adj" fmla="val 17163"/>
            </a:avLst>
          </a:prstGeom>
          <a:solidFill>
            <a:srgbClr val="FFFEFA"/>
          </a:solidFill>
          <a:ln w="10795">
            <a:solidFill>
              <a:srgbClr val="E8DDC8"/>
            </a:solidFill>
            <a:prstDash val="solid"/>
          </a:ln>
        </p:spPr>
      </p:sp>
      <p:pic>
        <p:nvPicPr>
          <p:cNvPr id="109" name="Image 22" descr="/mnt/data/clean_icons2/m5_run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302972" y="993396"/>
            <a:ext cx="393375" cy="346281"/>
          </a:xfrm>
          <a:prstGeom prst="rect">
            <a:avLst/>
          </a:prstGeom>
        </p:spPr>
      </p:pic>
      <p:sp>
        <p:nvSpPr>
          <p:cNvPr id="110" name="Text 85"/>
          <p:cNvSpPr/>
          <p:nvPr/>
        </p:nvSpPr>
        <p:spPr>
          <a:xfrm>
            <a:off x="11814359" y="1021238"/>
            <a:ext cx="1049000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actions</a:t>
            </a:r>
            <a:endParaRPr lang="en-US" sz="920" dirty="0"/>
          </a:p>
        </p:txBody>
      </p:sp>
      <p:sp>
        <p:nvSpPr>
          <p:cNvPr id="111" name="Shape 86"/>
          <p:cNvSpPr/>
          <p:nvPr/>
        </p:nvSpPr>
        <p:spPr>
          <a:xfrm>
            <a:off x="11119397" y="1660550"/>
            <a:ext cx="1835749" cy="639312"/>
          </a:xfrm>
          <a:prstGeom prst="roundRect">
            <a:avLst>
              <a:gd name="adj" fmla="val 17163"/>
            </a:avLst>
          </a:prstGeom>
          <a:solidFill>
            <a:srgbClr val="FFFEFA"/>
          </a:solidFill>
          <a:ln w="10795">
            <a:solidFill>
              <a:srgbClr val="E8DDC8"/>
            </a:solidFill>
            <a:prstDash val="solid"/>
          </a:ln>
        </p:spPr>
      </p:sp>
      <p:pic>
        <p:nvPicPr>
          <p:cNvPr id="112" name="Image 23" descr="/mnt/data/clean_icons2/m5_interact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89859" y="1795570"/>
            <a:ext cx="445825" cy="352667"/>
          </a:xfrm>
          <a:prstGeom prst="rect">
            <a:avLst/>
          </a:prstGeom>
        </p:spPr>
      </p:pic>
      <p:sp>
        <p:nvSpPr>
          <p:cNvPr id="113" name="Text 87"/>
          <p:cNvSpPr/>
          <p:nvPr/>
        </p:nvSpPr>
        <p:spPr>
          <a:xfrm>
            <a:off x="11814359" y="1826605"/>
            <a:ext cx="1049000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</a:t>
            </a:r>
            <a:endParaRPr lang="en-US" sz="920" dirty="0"/>
          </a:p>
        </p:txBody>
      </p:sp>
      <p:sp>
        <p:nvSpPr>
          <p:cNvPr id="114" name="Shape 88"/>
          <p:cNvSpPr/>
          <p:nvPr/>
        </p:nvSpPr>
        <p:spPr>
          <a:xfrm>
            <a:off x="11119397" y="2457615"/>
            <a:ext cx="1835749" cy="639312"/>
          </a:xfrm>
          <a:prstGeom prst="roundRect">
            <a:avLst>
              <a:gd name="adj" fmla="val 17163"/>
            </a:avLst>
          </a:prstGeom>
          <a:solidFill>
            <a:srgbClr val="FFFEFA"/>
          </a:solidFill>
          <a:ln w="10795">
            <a:solidFill>
              <a:srgbClr val="E8DDC8"/>
            </a:solidFill>
            <a:prstDash val="solid"/>
          </a:ln>
        </p:spPr>
      </p:sp>
      <p:pic>
        <p:nvPicPr>
          <p:cNvPr id="115" name="Image 24" descr="/mnt/data/clean_icons2/m5_conflict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96646" y="2573853"/>
            <a:ext cx="484701" cy="398532"/>
          </a:xfrm>
          <a:prstGeom prst="rect">
            <a:avLst/>
          </a:prstGeom>
        </p:spPr>
      </p:pic>
      <p:sp>
        <p:nvSpPr>
          <p:cNvPr id="116" name="Text 89"/>
          <p:cNvSpPr/>
          <p:nvPr/>
        </p:nvSpPr>
        <p:spPr>
          <a:xfrm>
            <a:off x="11814359" y="2623670"/>
            <a:ext cx="1049000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/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920" dirty="0"/>
          </a:p>
        </p:txBody>
      </p:sp>
      <p:sp>
        <p:nvSpPr>
          <p:cNvPr id="117" name="Shape 90"/>
          <p:cNvSpPr/>
          <p:nvPr/>
        </p:nvSpPr>
        <p:spPr>
          <a:xfrm>
            <a:off x="11119397" y="3262982"/>
            <a:ext cx="1835749" cy="639312"/>
          </a:xfrm>
          <a:prstGeom prst="roundRect">
            <a:avLst>
              <a:gd name="adj" fmla="val 17163"/>
            </a:avLst>
          </a:prstGeom>
          <a:solidFill>
            <a:srgbClr val="FFFEFA"/>
          </a:solidFill>
          <a:ln w="10795">
            <a:solidFill>
              <a:srgbClr val="E8DDC8"/>
            </a:solidFill>
            <a:prstDash val="solid"/>
          </a:ln>
        </p:spPr>
      </p:sp>
      <p:pic>
        <p:nvPicPr>
          <p:cNvPr id="118" name="Image 25" descr="/mnt/data/clean_icons2/m5_clock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14073" y="3362615"/>
            <a:ext cx="397397" cy="415138"/>
          </a:xfrm>
          <a:prstGeom prst="rect">
            <a:avLst/>
          </a:prstGeom>
        </p:spPr>
      </p:pic>
      <p:sp>
        <p:nvSpPr>
          <p:cNvPr id="119" name="Text 91"/>
          <p:cNvSpPr/>
          <p:nvPr/>
        </p:nvSpPr>
        <p:spPr>
          <a:xfrm>
            <a:off x="11814359" y="3429037"/>
            <a:ext cx="1049000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of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920" dirty="0"/>
          </a:p>
        </p:txBody>
      </p:sp>
      <p:sp>
        <p:nvSpPr>
          <p:cNvPr id="120" name="Shape 92"/>
          <p:cNvSpPr/>
          <p:nvPr/>
        </p:nvSpPr>
        <p:spPr>
          <a:xfrm>
            <a:off x="11119397" y="4051743"/>
            <a:ext cx="1835749" cy="639312"/>
          </a:xfrm>
          <a:prstGeom prst="roundRect">
            <a:avLst>
              <a:gd name="adj" fmla="val 17163"/>
            </a:avLst>
          </a:prstGeom>
          <a:solidFill>
            <a:srgbClr val="FFFEFA"/>
          </a:solidFill>
          <a:ln w="10795">
            <a:solidFill>
              <a:srgbClr val="E8DDC8"/>
            </a:solidFill>
            <a:prstDash val="solid"/>
          </a:ln>
        </p:spPr>
      </p:sp>
      <p:pic>
        <p:nvPicPr>
          <p:cNvPr id="121" name="Image 26" descr="/mnt/data/clean_icons2/m5_ba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42309" y="4178413"/>
            <a:ext cx="419600" cy="369366"/>
          </a:xfrm>
          <a:prstGeom prst="rect">
            <a:avLst/>
          </a:prstGeom>
        </p:spPr>
      </p:pic>
      <p:sp>
        <p:nvSpPr>
          <p:cNvPr id="122" name="Text 93"/>
          <p:cNvSpPr/>
          <p:nvPr/>
        </p:nvSpPr>
        <p:spPr>
          <a:xfrm>
            <a:off x="11814359" y="4217798"/>
            <a:ext cx="1049000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920" dirty="0"/>
          </a:p>
        </p:txBody>
      </p:sp>
      <p:sp>
        <p:nvSpPr>
          <p:cNvPr id="123" name="Shape 94"/>
          <p:cNvSpPr/>
          <p:nvPr/>
        </p:nvSpPr>
        <p:spPr>
          <a:xfrm>
            <a:off x="52450" y="5247339"/>
            <a:ext cx="13007596" cy="2739908"/>
          </a:xfrm>
          <a:prstGeom prst="roundRect">
            <a:avLst>
              <a:gd name="adj" fmla="val 4005"/>
            </a:avLst>
          </a:prstGeom>
          <a:solidFill>
            <a:srgbClr val="F7FBFF"/>
          </a:solidFill>
          <a:ln w="10795">
            <a:solidFill>
              <a:srgbClr val="35598B"/>
            </a:solidFill>
            <a:prstDash val="solid"/>
          </a:ln>
        </p:spPr>
      </p:sp>
      <p:sp>
        <p:nvSpPr>
          <p:cNvPr id="124" name="Shape 95"/>
          <p:cNvSpPr/>
          <p:nvPr/>
        </p:nvSpPr>
        <p:spPr>
          <a:xfrm>
            <a:off x="2845412" y="5363578"/>
            <a:ext cx="0" cy="2490826"/>
          </a:xfrm>
          <a:prstGeom prst="line">
            <a:avLst/>
          </a:prstGeom>
          <a:noFill/>
          <a:ln w="8890">
            <a:solidFill>
              <a:srgbClr val="7B8A9B"/>
            </a:solidFill>
            <a:prstDash val="solid"/>
          </a:ln>
        </p:spPr>
      </p:sp>
      <p:sp>
        <p:nvSpPr>
          <p:cNvPr id="125" name="Shape 96"/>
          <p:cNvSpPr/>
          <p:nvPr/>
        </p:nvSpPr>
        <p:spPr>
          <a:xfrm>
            <a:off x="9637685" y="5363578"/>
            <a:ext cx="0" cy="2490826"/>
          </a:xfrm>
          <a:prstGeom prst="line">
            <a:avLst/>
          </a:prstGeom>
          <a:noFill/>
          <a:ln w="8890">
            <a:solidFill>
              <a:srgbClr val="7B8A9B"/>
            </a:solidFill>
            <a:prstDash val="solid"/>
          </a:ln>
        </p:spPr>
      </p:sp>
      <p:pic>
        <p:nvPicPr>
          <p:cNvPr id="126" name="Image 27" descr="/mnt/data/clean_icons2/b_atom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7812" y="5439523"/>
            <a:ext cx="393375" cy="362881"/>
          </a:xfrm>
          <a:prstGeom prst="rect">
            <a:avLst/>
          </a:prstGeom>
        </p:spPr>
      </p:pic>
      <p:sp>
        <p:nvSpPr>
          <p:cNvPr id="127" name="Text 97"/>
          <p:cNvSpPr/>
          <p:nvPr/>
        </p:nvSpPr>
        <p:spPr>
          <a:xfrm>
            <a:off x="839200" y="5504725"/>
            <a:ext cx="1507937" cy="2324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15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Framing</a:t>
            </a:r>
            <a:endParaRPr lang="en-US" sz="1200" dirty="0"/>
          </a:p>
        </p:txBody>
      </p:sp>
      <p:sp>
        <p:nvSpPr>
          <p:cNvPr id="128" name="Shape 98"/>
          <p:cNvSpPr/>
          <p:nvPr/>
        </p:nvSpPr>
        <p:spPr>
          <a:xfrm>
            <a:off x="314700" y="5928165"/>
            <a:ext cx="2229124" cy="381927"/>
          </a:xfrm>
          <a:prstGeom prst="roundRect">
            <a:avLst>
              <a:gd name="adj" fmla="val 28730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29" name="Image 28" descr="/mnt/data/clean_icons2/b_digita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7150" y="5962905"/>
            <a:ext cx="327812" cy="312446"/>
          </a:xfrm>
          <a:prstGeom prst="rect">
            <a:avLst/>
          </a:prstGeom>
        </p:spPr>
      </p:pic>
      <p:sp>
        <p:nvSpPr>
          <p:cNvPr id="130" name="Text 99"/>
          <p:cNvSpPr/>
          <p:nvPr/>
        </p:nvSpPr>
        <p:spPr>
          <a:xfrm>
            <a:off x="812975" y="6011192"/>
            <a:ext cx="1678399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of humans</a:t>
            </a:r>
            <a:endParaRPr lang="en-US" sz="900" dirty="0"/>
          </a:p>
        </p:txBody>
      </p:sp>
      <p:sp>
        <p:nvSpPr>
          <p:cNvPr id="131" name="Shape 100"/>
          <p:cNvSpPr/>
          <p:nvPr/>
        </p:nvSpPr>
        <p:spPr>
          <a:xfrm>
            <a:off x="314700" y="6359908"/>
            <a:ext cx="2229124" cy="381927"/>
          </a:xfrm>
          <a:prstGeom prst="roundRect">
            <a:avLst>
              <a:gd name="adj" fmla="val 28730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32" name="Image 29" descr="/mnt/data/clean_icons2/b_gea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9187" y="6384816"/>
            <a:ext cx="323738" cy="332110"/>
          </a:xfrm>
          <a:prstGeom prst="rect">
            <a:avLst/>
          </a:prstGeom>
        </p:spPr>
      </p:pic>
      <p:sp>
        <p:nvSpPr>
          <p:cNvPr id="133" name="Text 101"/>
          <p:cNvSpPr/>
          <p:nvPr/>
        </p:nvSpPr>
        <p:spPr>
          <a:xfrm>
            <a:off x="812975" y="6442936"/>
            <a:ext cx="1678399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computability of behavior</a:t>
            </a:r>
            <a:endParaRPr lang="en-US" sz="900" dirty="0"/>
          </a:p>
        </p:txBody>
      </p:sp>
      <p:sp>
        <p:nvSpPr>
          <p:cNvPr id="134" name="Shape 102"/>
          <p:cNvSpPr/>
          <p:nvPr/>
        </p:nvSpPr>
        <p:spPr>
          <a:xfrm>
            <a:off x="314700" y="6791651"/>
            <a:ext cx="2229124" cy="381927"/>
          </a:xfrm>
          <a:prstGeom prst="roundRect">
            <a:avLst>
              <a:gd name="adj" fmla="val 28730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35" name="Image 30" descr="/mnt/data/clean_icons2/b_bayes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0548" y="6816559"/>
            <a:ext cx="281016" cy="332110"/>
          </a:xfrm>
          <a:prstGeom prst="rect">
            <a:avLst/>
          </a:prstGeom>
        </p:spPr>
      </p:pic>
      <p:sp>
        <p:nvSpPr>
          <p:cNvPr id="136" name="Text 103"/>
          <p:cNvSpPr/>
          <p:nvPr/>
        </p:nvSpPr>
        <p:spPr>
          <a:xfrm>
            <a:off x="812975" y="6874679"/>
            <a:ext cx="1678399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inference</a:t>
            </a:r>
            <a:endParaRPr lang="en-US" sz="900" dirty="0"/>
          </a:p>
        </p:txBody>
      </p:sp>
      <p:sp>
        <p:nvSpPr>
          <p:cNvPr id="137" name="Shape 104"/>
          <p:cNvSpPr/>
          <p:nvPr/>
        </p:nvSpPr>
        <p:spPr>
          <a:xfrm>
            <a:off x="314700" y="7223394"/>
            <a:ext cx="2229124" cy="381927"/>
          </a:xfrm>
          <a:prstGeom prst="roundRect">
            <a:avLst>
              <a:gd name="adj" fmla="val 28730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38" name="Image 31" descr="/mnt/data/clean_icons2/b_network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8914" y="7248302"/>
            <a:ext cx="264285" cy="332110"/>
          </a:xfrm>
          <a:prstGeom prst="rect">
            <a:avLst/>
          </a:prstGeom>
        </p:spPr>
      </p:pic>
      <p:sp>
        <p:nvSpPr>
          <p:cNvPr id="139" name="Text 105"/>
          <p:cNvSpPr/>
          <p:nvPr/>
        </p:nvSpPr>
        <p:spPr>
          <a:xfrm>
            <a:off x="812975" y="7306422"/>
            <a:ext cx="1678399" cy="215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system modeling</a:t>
            </a:r>
            <a:endParaRPr lang="en-US" sz="900" dirty="0"/>
          </a:p>
        </p:txBody>
      </p:sp>
      <p:pic>
        <p:nvPicPr>
          <p:cNvPr id="140" name="Image 32" descr="/mnt/data/clean_icons2/b_question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40098" y="5402222"/>
            <a:ext cx="406487" cy="420876"/>
          </a:xfrm>
          <a:prstGeom prst="rect">
            <a:avLst/>
          </a:prstGeom>
        </p:spPr>
      </p:pic>
      <p:sp>
        <p:nvSpPr>
          <p:cNvPr id="141" name="Text 106"/>
          <p:cNvSpPr/>
          <p:nvPr/>
        </p:nvSpPr>
        <p:spPr>
          <a:xfrm>
            <a:off x="5638373" y="5496422"/>
            <a:ext cx="1901312" cy="240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1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42" name="Shape 107"/>
          <p:cNvSpPr/>
          <p:nvPr/>
        </p:nvSpPr>
        <p:spPr>
          <a:xfrm>
            <a:off x="3068324" y="5894954"/>
            <a:ext cx="1521050" cy="1976055"/>
          </a:xfrm>
          <a:prstGeom prst="roundRect">
            <a:avLst>
              <a:gd name="adj" fmla="val 7214"/>
            </a:avLst>
          </a:prstGeom>
          <a:solidFill>
            <a:srgbClr val="FAFDFF"/>
          </a:solidFill>
          <a:ln w="10795">
            <a:solidFill>
              <a:srgbClr val="2F72D3"/>
            </a:solidFill>
            <a:prstDash val="solid"/>
          </a:ln>
        </p:spPr>
      </p:sp>
      <p:sp>
        <p:nvSpPr>
          <p:cNvPr id="143" name="Shape 108"/>
          <p:cNvSpPr/>
          <p:nvPr/>
        </p:nvSpPr>
        <p:spPr>
          <a:xfrm>
            <a:off x="3199449" y="5977981"/>
            <a:ext cx="288475" cy="348716"/>
          </a:xfrm>
          <a:prstGeom prst="ellipse">
            <a:avLst/>
          </a:prstGeom>
          <a:solidFill>
            <a:srgbClr val="2F72D3"/>
          </a:solidFill>
          <a:ln w="12700">
            <a:solidFill>
              <a:srgbClr val="2F72D3">
                <a:alpha val="0"/>
              </a:srgbClr>
            </a:solidFill>
            <a:prstDash val="solid"/>
          </a:ln>
        </p:spPr>
      </p:sp>
      <p:sp>
        <p:nvSpPr>
          <p:cNvPr id="144" name="Text 109"/>
          <p:cNvSpPr/>
          <p:nvPr/>
        </p:nvSpPr>
        <p:spPr>
          <a:xfrm>
            <a:off x="3206005" y="599458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145" name="Image 33" descr="/mnt/data/clean_icons2/rq1_icon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53669" y="6235367"/>
            <a:ext cx="960160" cy="664220"/>
          </a:xfrm>
          <a:prstGeom prst="rect">
            <a:avLst/>
          </a:prstGeom>
        </p:spPr>
      </p:pic>
      <p:sp>
        <p:nvSpPr>
          <p:cNvPr id="146" name="Text 110"/>
          <p:cNvSpPr/>
          <p:nvPr/>
        </p:nvSpPr>
        <p:spPr>
          <a:xfrm>
            <a:off x="3251899" y="6974312"/>
            <a:ext cx="1193237" cy="74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infer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latent profile?</a:t>
            </a:r>
            <a:endParaRPr lang="en-US" sz="950" dirty="0"/>
          </a:p>
        </p:txBody>
      </p:sp>
      <p:sp>
        <p:nvSpPr>
          <p:cNvPr id="147" name="Shape 111"/>
          <p:cNvSpPr/>
          <p:nvPr/>
        </p:nvSpPr>
        <p:spPr>
          <a:xfrm>
            <a:off x="4733611" y="5894954"/>
            <a:ext cx="1455487" cy="1976055"/>
          </a:xfrm>
          <a:prstGeom prst="roundRect">
            <a:avLst>
              <a:gd name="adj" fmla="val 7539"/>
            </a:avLst>
          </a:prstGeom>
          <a:solidFill>
            <a:srgbClr val="FAFDFF"/>
          </a:solidFill>
          <a:ln w="10795">
            <a:solidFill>
              <a:srgbClr val="5A2BA3"/>
            </a:solidFill>
            <a:prstDash val="solid"/>
          </a:ln>
        </p:spPr>
      </p:sp>
      <p:sp>
        <p:nvSpPr>
          <p:cNvPr id="148" name="Shape 112"/>
          <p:cNvSpPr/>
          <p:nvPr/>
        </p:nvSpPr>
        <p:spPr>
          <a:xfrm>
            <a:off x="4864736" y="5977981"/>
            <a:ext cx="288475" cy="348716"/>
          </a:xfrm>
          <a:prstGeom prst="ellipse">
            <a:avLst/>
          </a:prstGeom>
          <a:solidFill>
            <a:srgbClr val="5A2BA3"/>
          </a:solidFill>
          <a:ln w="12700">
            <a:solidFill>
              <a:srgbClr val="5A2BA3">
                <a:alpha val="0"/>
              </a:srgbClr>
            </a:solidFill>
            <a:prstDash val="solid"/>
          </a:ln>
        </p:spPr>
      </p:sp>
      <p:sp>
        <p:nvSpPr>
          <p:cNvPr id="149" name="Text 113"/>
          <p:cNvSpPr/>
          <p:nvPr/>
        </p:nvSpPr>
        <p:spPr>
          <a:xfrm>
            <a:off x="4871292" y="599458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50" name="Image 34" descr="/mnt/data/clean_icons2/rq2_icon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228829" y="6227064"/>
            <a:ext cx="714188" cy="689128"/>
          </a:xfrm>
          <a:prstGeom prst="rect">
            <a:avLst/>
          </a:prstGeom>
        </p:spPr>
      </p:pic>
      <p:sp>
        <p:nvSpPr>
          <p:cNvPr id="151" name="Text 114"/>
          <p:cNvSpPr/>
          <p:nvPr/>
        </p:nvSpPr>
        <p:spPr>
          <a:xfrm>
            <a:off x="4917186" y="6974312"/>
            <a:ext cx="1127675" cy="74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probes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reveal hidden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attributes?</a:t>
            </a:r>
            <a:endParaRPr lang="en-US" sz="950" dirty="0"/>
          </a:p>
        </p:txBody>
      </p:sp>
      <p:sp>
        <p:nvSpPr>
          <p:cNvPr id="152" name="Shape 115"/>
          <p:cNvSpPr/>
          <p:nvPr/>
        </p:nvSpPr>
        <p:spPr>
          <a:xfrm>
            <a:off x="6320223" y="5894954"/>
            <a:ext cx="1442375" cy="1976055"/>
          </a:xfrm>
          <a:prstGeom prst="roundRect">
            <a:avLst>
              <a:gd name="adj" fmla="val 7607"/>
            </a:avLst>
          </a:prstGeom>
          <a:solidFill>
            <a:srgbClr val="FAFDFF"/>
          </a:solidFill>
          <a:ln w="10795">
            <a:solidFill>
              <a:srgbClr val="1D9B91"/>
            </a:solidFill>
            <a:prstDash val="solid"/>
          </a:ln>
        </p:spPr>
      </p:sp>
      <p:sp>
        <p:nvSpPr>
          <p:cNvPr id="153" name="Shape 116"/>
          <p:cNvSpPr/>
          <p:nvPr/>
        </p:nvSpPr>
        <p:spPr>
          <a:xfrm>
            <a:off x="6451348" y="5977981"/>
            <a:ext cx="288475" cy="348716"/>
          </a:xfrm>
          <a:prstGeom prst="ellipse">
            <a:avLst/>
          </a:prstGeom>
          <a:solidFill>
            <a:srgbClr val="1D9B91"/>
          </a:solidFill>
          <a:ln w="12700">
            <a:solidFill>
              <a:srgbClr val="1D9B91">
                <a:alpha val="0"/>
              </a:srgbClr>
            </a:solidFill>
            <a:prstDash val="solid"/>
          </a:ln>
        </p:spPr>
      </p:sp>
      <p:sp>
        <p:nvSpPr>
          <p:cNvPr id="154" name="Text 117"/>
          <p:cNvSpPr/>
          <p:nvPr/>
        </p:nvSpPr>
        <p:spPr>
          <a:xfrm>
            <a:off x="6457904" y="599458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155" name="Image 35" descr="/mnt/data/clean_icons2/rq3_icon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87373" y="6316378"/>
            <a:ext cx="904762" cy="452381"/>
          </a:xfrm>
          <a:prstGeom prst="rect">
            <a:avLst/>
          </a:prstGeom>
        </p:spPr>
      </p:pic>
      <p:sp>
        <p:nvSpPr>
          <p:cNvPr id="156" name="Text 118"/>
          <p:cNvSpPr/>
          <p:nvPr/>
        </p:nvSpPr>
        <p:spPr>
          <a:xfrm>
            <a:off x="6503798" y="6974312"/>
            <a:ext cx="1114562" cy="74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accurately 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twin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future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behavior?</a:t>
            </a:r>
            <a:endParaRPr lang="en-US" sz="950" dirty="0"/>
          </a:p>
        </p:txBody>
      </p:sp>
      <p:sp>
        <p:nvSpPr>
          <p:cNvPr id="157" name="Shape 119"/>
          <p:cNvSpPr/>
          <p:nvPr/>
        </p:nvSpPr>
        <p:spPr>
          <a:xfrm>
            <a:off x="7906835" y="5894954"/>
            <a:ext cx="1507937" cy="1976055"/>
          </a:xfrm>
          <a:prstGeom prst="roundRect">
            <a:avLst>
              <a:gd name="adj" fmla="val 7277"/>
            </a:avLst>
          </a:prstGeom>
          <a:solidFill>
            <a:srgbClr val="FAFDFF"/>
          </a:solidFill>
          <a:ln w="10795">
            <a:solidFill>
              <a:srgbClr val="D46A0D"/>
            </a:solidFill>
            <a:prstDash val="solid"/>
          </a:ln>
        </p:spPr>
      </p:sp>
      <p:sp>
        <p:nvSpPr>
          <p:cNvPr id="158" name="Shape 120"/>
          <p:cNvSpPr/>
          <p:nvPr/>
        </p:nvSpPr>
        <p:spPr>
          <a:xfrm>
            <a:off x="8037960" y="5977981"/>
            <a:ext cx="288475" cy="348716"/>
          </a:xfrm>
          <a:prstGeom prst="ellipse">
            <a:avLst/>
          </a:prstGeom>
          <a:solidFill>
            <a:srgbClr val="D46A0D"/>
          </a:solidFill>
          <a:ln w="12700">
            <a:solidFill>
              <a:srgbClr val="D46A0D">
                <a:alpha val="0"/>
              </a:srgbClr>
            </a:solidFill>
            <a:prstDash val="solid"/>
          </a:ln>
        </p:spPr>
      </p:sp>
      <p:sp>
        <p:nvSpPr>
          <p:cNvPr id="159" name="Text 121"/>
          <p:cNvSpPr/>
          <p:nvPr/>
        </p:nvSpPr>
        <p:spPr>
          <a:xfrm>
            <a:off x="8044516" y="5994587"/>
            <a:ext cx="275362" cy="3321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160" name="Image 36" descr="/mnt/data/clean_icons2/rq4_icon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52660" y="6270849"/>
            <a:ext cx="826087" cy="568348"/>
          </a:xfrm>
          <a:prstGeom prst="rect">
            <a:avLst/>
          </a:prstGeom>
        </p:spPr>
      </p:pic>
      <p:sp>
        <p:nvSpPr>
          <p:cNvPr id="161" name="Text 122"/>
          <p:cNvSpPr/>
          <p:nvPr/>
        </p:nvSpPr>
        <p:spPr>
          <a:xfrm>
            <a:off x="8090410" y="6974312"/>
            <a:ext cx="1180125" cy="74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ethical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of such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modeling?</a:t>
            </a:r>
            <a:endParaRPr lang="en-US" sz="950" dirty="0"/>
          </a:p>
        </p:txBody>
      </p:sp>
      <p:pic>
        <p:nvPicPr>
          <p:cNvPr id="162" name="Image 37" descr="/mnt/data/clean_icons2/b_rocket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128835" y="5396789"/>
            <a:ext cx="368286" cy="448349"/>
          </a:xfrm>
          <a:prstGeom prst="rect">
            <a:avLst/>
          </a:prstGeom>
        </p:spPr>
      </p:pic>
      <p:sp>
        <p:nvSpPr>
          <p:cNvPr id="163" name="Text 123"/>
          <p:cNvSpPr/>
          <p:nvPr/>
        </p:nvSpPr>
        <p:spPr>
          <a:xfrm>
            <a:off x="10647347" y="5504725"/>
            <a:ext cx="2019324" cy="2324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15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Applications</a:t>
            </a:r>
            <a:endParaRPr lang="en-US" sz="1200" dirty="0"/>
          </a:p>
        </p:txBody>
      </p:sp>
      <p:sp>
        <p:nvSpPr>
          <p:cNvPr id="164" name="Shape 124"/>
          <p:cNvSpPr/>
          <p:nvPr/>
        </p:nvSpPr>
        <p:spPr>
          <a:xfrm>
            <a:off x="9978609" y="5977981"/>
            <a:ext cx="2753624" cy="539679"/>
          </a:xfrm>
          <a:prstGeom prst="roundRect">
            <a:avLst>
              <a:gd name="adj" fmla="val 20332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65" name="Image 38" descr="/mnt/data/clean_icons2/app_growth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22847" y="6049345"/>
            <a:ext cx="432712" cy="396951"/>
          </a:xfrm>
          <a:prstGeom prst="rect">
            <a:avLst/>
          </a:prstGeom>
        </p:spPr>
      </p:pic>
      <p:sp>
        <p:nvSpPr>
          <p:cNvPr id="166" name="Text 125"/>
          <p:cNvSpPr/>
          <p:nvPr/>
        </p:nvSpPr>
        <p:spPr>
          <a:xfrm>
            <a:off x="10804697" y="6077614"/>
            <a:ext cx="1730849" cy="3487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prediction</a:t>
            </a:r>
            <a:endParaRPr lang="en-US" sz="980" dirty="0"/>
          </a:p>
        </p:txBody>
      </p:sp>
      <p:sp>
        <p:nvSpPr>
          <p:cNvPr id="167" name="Shape 126"/>
          <p:cNvSpPr/>
          <p:nvPr/>
        </p:nvSpPr>
        <p:spPr>
          <a:xfrm>
            <a:off x="9978609" y="6642202"/>
            <a:ext cx="2753624" cy="539679"/>
          </a:xfrm>
          <a:prstGeom prst="roundRect">
            <a:avLst>
              <a:gd name="adj" fmla="val 20332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68" name="Image 39" descr="/mnt/data/clean_icons2/app_peopl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23668" y="6700321"/>
            <a:ext cx="431070" cy="423440"/>
          </a:xfrm>
          <a:prstGeom prst="rect">
            <a:avLst/>
          </a:prstGeom>
        </p:spPr>
      </p:pic>
      <p:sp>
        <p:nvSpPr>
          <p:cNvPr id="169" name="Text 127"/>
          <p:cNvSpPr/>
          <p:nvPr/>
        </p:nvSpPr>
        <p:spPr>
          <a:xfrm>
            <a:off x="10804697" y="6741835"/>
            <a:ext cx="1730849" cy="3487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outcome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980" dirty="0"/>
          </a:p>
        </p:txBody>
      </p:sp>
      <p:sp>
        <p:nvSpPr>
          <p:cNvPr id="170" name="Shape 128"/>
          <p:cNvSpPr/>
          <p:nvPr/>
        </p:nvSpPr>
        <p:spPr>
          <a:xfrm>
            <a:off x="9978609" y="7306422"/>
            <a:ext cx="2753624" cy="539679"/>
          </a:xfrm>
          <a:prstGeom prst="roundRect">
            <a:avLst>
              <a:gd name="adj" fmla="val 20332"/>
            </a:avLst>
          </a:prstGeom>
          <a:solidFill>
            <a:srgbClr val="FAFDFF"/>
          </a:solidFill>
          <a:ln w="10795">
            <a:solidFill>
              <a:srgbClr val="C7D4E5"/>
            </a:solidFill>
            <a:prstDash val="solid"/>
          </a:ln>
        </p:spPr>
      </p:sp>
      <p:pic>
        <p:nvPicPr>
          <p:cNvPr id="171" name="Image 40" descr="/mnt/data/clean_icons2/app_privacy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37285" y="7364541"/>
            <a:ext cx="403837" cy="423440"/>
          </a:xfrm>
          <a:prstGeom prst="rect">
            <a:avLst/>
          </a:prstGeom>
        </p:spPr>
      </p:pic>
      <p:sp>
        <p:nvSpPr>
          <p:cNvPr id="172" name="Text 129"/>
          <p:cNvSpPr/>
          <p:nvPr/>
        </p:nvSpPr>
        <p:spPr>
          <a:xfrm>
            <a:off x="10804697" y="7406055"/>
            <a:ext cx="1730849" cy="3487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privacy-risk assessment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Framework Reconstruction</dc:title>
  <dc:subject>Editable framework reconstruction with clean icons</dc:subject>
  <dc:creator>OpenAI</dc:creator>
  <cp:lastModifiedBy>OpenAI</cp:lastModifiedBy>
  <cp:revision>1</cp:revision>
  <dcterms:created xsi:type="dcterms:W3CDTF">2026-06-17T23:10:40Z</dcterms:created>
  <dcterms:modified xsi:type="dcterms:W3CDTF">2026-06-17T23:10:40Z</dcterms:modified>
</cp:coreProperties>
</file>