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386816" cy="8339328"/>
  <p:notesSz cx="8339328" cy="13386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86816" cy="833932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pic>
        <p:nvPicPr>
          <p:cNvPr id="3" name="Image 0" descr="/mnt/data/highq_icons/bottom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039112"/>
            <a:ext cx="13386816" cy="3002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0481" y="83393"/>
            <a:ext cx="2248985" cy="4936882"/>
          </a:xfrm>
          <a:prstGeom prst="roundRect">
            <a:avLst>
              <a:gd name="adj" fmla="val 6099"/>
            </a:avLst>
          </a:prstGeom>
          <a:solidFill>
            <a:srgbClr val="FFFFFF"/>
          </a:solidFill>
          <a:ln w="12700">
            <a:solidFill>
              <a:srgbClr val="1C4A9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904939" y="83393"/>
            <a:ext cx="2115117" cy="4936882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12700">
            <a:solidFill>
              <a:srgbClr val="5A2AA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01981" y="83393"/>
            <a:ext cx="2262372" cy="4936882"/>
          </a:xfrm>
          <a:prstGeom prst="roundRect">
            <a:avLst>
              <a:gd name="adj" fmla="val 6063"/>
            </a:avLst>
          </a:prstGeom>
          <a:solidFill>
            <a:srgbClr val="F3FFFF"/>
          </a:solidFill>
          <a:ln w="12700">
            <a:solidFill>
              <a:srgbClr val="08CB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39986" y="83393"/>
            <a:ext cx="2155277" cy="4936882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2478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030736" y="83393"/>
            <a:ext cx="2222211" cy="4936882"/>
          </a:xfrm>
          <a:prstGeom prst="roundRect">
            <a:avLst>
              <a:gd name="adj" fmla="val 6172"/>
            </a:avLst>
          </a:prstGeom>
          <a:solidFill>
            <a:srgbClr val="FFFEFA"/>
          </a:solidFill>
          <a:ln w="12700">
            <a:solidFill>
              <a:srgbClr val="BF850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7656" y="296046"/>
            <a:ext cx="307897" cy="191805"/>
          </a:xfrm>
          <a:prstGeom prst="ellipse">
            <a:avLst/>
          </a:prstGeom>
          <a:solidFill>
            <a:srgbClr val="0E2D77"/>
          </a:solidFill>
          <a:ln w="12700">
            <a:solidFill>
              <a:srgbClr val="0E2D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590" y="304385"/>
            <a:ext cx="174029" cy="17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045501" y="296046"/>
            <a:ext cx="307897" cy="191805"/>
          </a:xfrm>
          <a:prstGeom prst="ellipse">
            <a:avLst/>
          </a:prstGeom>
          <a:solidFill>
            <a:srgbClr val="3A126D"/>
          </a:solidFill>
          <a:ln w="12700">
            <a:solidFill>
              <a:srgbClr val="3A12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12435" y="304385"/>
            <a:ext cx="174029" cy="17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88996" y="296046"/>
            <a:ext cx="307897" cy="191805"/>
          </a:xfrm>
          <a:prstGeom prst="ellipse">
            <a:avLst/>
          </a:prstGeom>
          <a:solidFill>
            <a:srgbClr val="176886"/>
          </a:solidFill>
          <a:ln w="12700">
            <a:solidFill>
              <a:srgbClr val="1768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55930" y="304385"/>
            <a:ext cx="174029" cy="17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467161" y="296046"/>
            <a:ext cx="307897" cy="191805"/>
          </a:xfrm>
          <a:prstGeom prst="ellipse">
            <a:avLst/>
          </a:prstGeom>
          <a:solidFill>
            <a:srgbClr val="28783C"/>
          </a:solidFill>
          <a:ln w="12700">
            <a:solidFill>
              <a:srgbClr val="2878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34095" y="304385"/>
            <a:ext cx="174029" cy="17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104364" y="296046"/>
            <a:ext cx="307897" cy="191805"/>
          </a:xfrm>
          <a:prstGeom prst="ellipse">
            <a:avLst/>
          </a:prstGeom>
          <a:solidFill>
            <a:srgbClr val="B9820C"/>
          </a:solidFill>
          <a:ln w="12700">
            <a:solidFill>
              <a:srgbClr val="B982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1298" y="304385"/>
            <a:ext cx="174029" cy="17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2728" y="287707"/>
            <a:ext cx="1485937" cy="22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Signals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67185" y="287707"/>
            <a:ext cx="1338682" cy="22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D0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Attribute Set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70520" y="287707"/>
            <a:ext cx="1646578" cy="22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64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Digital Twin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62072" y="287707"/>
            <a:ext cx="1419002" cy="22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6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Engine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512662" y="287707"/>
            <a:ext cx="1593031" cy="22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Outcomes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87415" y="717182"/>
            <a:ext cx="2115117" cy="692164"/>
          </a:xfrm>
          <a:prstGeom prst="roundRect">
            <a:avLst>
              <a:gd name="adj" fmla="val 10569"/>
            </a:avLst>
          </a:prstGeom>
          <a:solidFill>
            <a:srgbClr val="FBFDFF"/>
          </a:solidFill>
          <a:ln w="6350">
            <a:solidFill>
              <a:srgbClr val="CFD8E4"/>
            </a:solidFill>
            <a:prstDash val="solid"/>
          </a:ln>
        </p:spPr>
      </p:sp>
      <p:pic>
        <p:nvPicPr>
          <p:cNvPr id="25" name="Image 1" descr="/mnt/data/highq_icons/p1_msg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50" y="825593"/>
            <a:ext cx="428378" cy="4419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662" y="984041"/>
            <a:ext cx="722888" cy="20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544839" y="987376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638546" y="1062430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504678" y="1162502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745641" y="1212538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852735" y="1079109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584999" y="1262574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839349" y="962358"/>
            <a:ext cx="42838" cy="26686"/>
          </a:xfrm>
          <a:prstGeom prst="ellipse">
            <a:avLst/>
          </a:prstGeom>
          <a:solidFill>
            <a:srgbClr val="2677D9"/>
          </a:solidFill>
          <a:ln w="12700">
            <a:solidFill>
              <a:srgbClr val="2677D9"/>
            </a:solidFill>
            <a:prstDash val="solid"/>
          </a:ln>
        </p:spPr>
      </p:sp>
      <p:pic>
        <p:nvPicPr>
          <p:cNvPr id="34" name="Image 2" descr="/mnt/data/highq_icons/p1_msg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607" y="917326"/>
            <a:ext cx="388218" cy="266858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187415" y="1526097"/>
            <a:ext cx="2115117" cy="692164"/>
          </a:xfrm>
          <a:prstGeom prst="roundRect">
            <a:avLst>
              <a:gd name="adj" fmla="val 10569"/>
            </a:avLst>
          </a:prstGeom>
          <a:solidFill>
            <a:srgbClr val="FBFDFF"/>
          </a:solidFill>
          <a:ln w="6350">
            <a:solidFill>
              <a:srgbClr val="CFD8E4"/>
            </a:solidFill>
            <a:prstDash val="solid"/>
          </a:ln>
        </p:spPr>
      </p:sp>
      <p:pic>
        <p:nvPicPr>
          <p:cNvPr id="36" name="Image 3" descr="/mnt/data/highq_icons/p1_choices_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50" y="1634508"/>
            <a:ext cx="428378" cy="4419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9662" y="1792956"/>
            <a:ext cx="722888" cy="20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397584" y="1737916"/>
            <a:ext cx="42838" cy="26686"/>
          </a:xfrm>
          <a:prstGeom prst="ellipse">
            <a:avLst/>
          </a:prstGeom>
          <a:solidFill>
            <a:srgbClr val="58CBC3"/>
          </a:solidFill>
          <a:ln w="12700">
            <a:solidFill>
              <a:srgbClr val="58CBC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531452" y="1821309"/>
            <a:ext cx="42838" cy="26686"/>
          </a:xfrm>
          <a:prstGeom prst="ellipse">
            <a:avLst/>
          </a:prstGeom>
          <a:solidFill>
            <a:srgbClr val="58CBC3"/>
          </a:solidFill>
          <a:ln w="12700">
            <a:solidFill>
              <a:srgbClr val="58CBC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410970" y="1971417"/>
            <a:ext cx="42838" cy="26686"/>
          </a:xfrm>
          <a:prstGeom prst="ellipse">
            <a:avLst/>
          </a:prstGeom>
          <a:solidFill>
            <a:srgbClr val="58CBC3"/>
          </a:solidFill>
          <a:ln w="12700">
            <a:solidFill>
              <a:srgbClr val="58CBC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531452" y="2046471"/>
            <a:ext cx="42838" cy="26686"/>
          </a:xfrm>
          <a:prstGeom prst="ellipse">
            <a:avLst/>
          </a:prstGeom>
          <a:solidFill>
            <a:srgbClr val="58CBC3"/>
          </a:solidFill>
          <a:ln w="12700">
            <a:solidFill>
              <a:srgbClr val="58CBC3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344036" y="1888024"/>
            <a:ext cx="42838" cy="26686"/>
          </a:xfrm>
          <a:prstGeom prst="ellipse">
            <a:avLst/>
          </a:prstGeom>
          <a:solidFill>
            <a:srgbClr val="58CBC3"/>
          </a:solidFill>
          <a:ln w="12700">
            <a:solidFill>
              <a:srgbClr val="58CBC3"/>
            </a:solidFill>
            <a:prstDash val="solid"/>
          </a:ln>
        </p:spPr>
      </p:sp>
      <p:pic>
        <p:nvPicPr>
          <p:cNvPr id="43" name="Image 4" descr="/mnt/data/highq_icons/p1_choices_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753" y="1692884"/>
            <a:ext cx="374831" cy="350252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187415" y="2335012"/>
            <a:ext cx="2115117" cy="692164"/>
          </a:xfrm>
          <a:prstGeom prst="roundRect">
            <a:avLst>
              <a:gd name="adj" fmla="val 10569"/>
            </a:avLst>
          </a:prstGeom>
          <a:solidFill>
            <a:srgbClr val="FBFDFF"/>
          </a:solidFill>
          <a:ln w="6350">
            <a:solidFill>
              <a:srgbClr val="CFD8E4"/>
            </a:solidFill>
            <a:prstDash val="solid"/>
          </a:ln>
        </p:spPr>
      </p:sp>
      <p:pic>
        <p:nvPicPr>
          <p:cNvPr id="45" name="Image 5" descr="/mnt/data/highq_icons/p1_reactions_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350" y="2443423"/>
            <a:ext cx="428378" cy="44198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49662" y="2601870"/>
            <a:ext cx="722888" cy="20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1424357" y="2513473"/>
            <a:ext cx="42838" cy="26686"/>
          </a:xfrm>
          <a:prstGeom prst="ellipse">
            <a:avLst/>
          </a:prstGeom>
          <a:solidFill>
            <a:srgbClr val="DC4165"/>
          </a:solidFill>
          <a:ln w="12700">
            <a:solidFill>
              <a:srgbClr val="DC4165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611773" y="2505134"/>
            <a:ext cx="42838" cy="26686"/>
          </a:xfrm>
          <a:prstGeom prst="ellipse">
            <a:avLst/>
          </a:prstGeom>
          <a:solidFill>
            <a:srgbClr val="DC4165"/>
          </a:solidFill>
          <a:ln w="12700">
            <a:solidFill>
              <a:srgbClr val="DC4165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477904" y="2663581"/>
            <a:ext cx="42838" cy="26686"/>
          </a:xfrm>
          <a:prstGeom prst="ellipse">
            <a:avLst/>
          </a:prstGeom>
          <a:solidFill>
            <a:srgbClr val="DC4165"/>
          </a:solidFill>
          <a:ln w="12700">
            <a:solidFill>
              <a:srgbClr val="DC416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692094" y="2655242"/>
            <a:ext cx="42838" cy="26686"/>
          </a:xfrm>
          <a:prstGeom prst="ellipse">
            <a:avLst/>
          </a:prstGeom>
          <a:solidFill>
            <a:srgbClr val="DC4165"/>
          </a:solidFill>
          <a:ln w="12700">
            <a:solidFill>
              <a:srgbClr val="DC4165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437744" y="2822029"/>
            <a:ext cx="42838" cy="26686"/>
          </a:xfrm>
          <a:prstGeom prst="ellipse">
            <a:avLst/>
          </a:prstGeom>
          <a:solidFill>
            <a:srgbClr val="DC4165"/>
          </a:solidFill>
          <a:ln w="12700">
            <a:solidFill>
              <a:srgbClr val="DC4165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638546" y="2872065"/>
            <a:ext cx="42838" cy="26686"/>
          </a:xfrm>
          <a:prstGeom prst="ellipse">
            <a:avLst/>
          </a:prstGeom>
          <a:solidFill>
            <a:srgbClr val="DC4165"/>
          </a:solidFill>
          <a:ln w="12700">
            <a:solidFill>
              <a:srgbClr val="DC4165"/>
            </a:solidFill>
            <a:prstDash val="solid"/>
          </a:ln>
        </p:spPr>
      </p:sp>
      <p:pic>
        <p:nvPicPr>
          <p:cNvPr id="53" name="Image 6" descr="/mnt/data/highq_icons/p1_like_c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3753" y="2551834"/>
            <a:ext cx="401604" cy="325234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87415" y="3143927"/>
            <a:ext cx="2115117" cy="692164"/>
          </a:xfrm>
          <a:prstGeom prst="roundRect">
            <a:avLst>
              <a:gd name="adj" fmla="val 10569"/>
            </a:avLst>
          </a:prstGeom>
          <a:solidFill>
            <a:srgbClr val="FBFDFF"/>
          </a:solidFill>
          <a:ln w="6350">
            <a:solidFill>
              <a:srgbClr val="CFD8E4"/>
            </a:solidFill>
            <a:prstDash val="solid"/>
          </a:ln>
        </p:spPr>
      </p:sp>
      <p:pic>
        <p:nvPicPr>
          <p:cNvPr id="55" name="Image 7" descr="/mnt/data/highq_icons/p1_social_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350" y="3252338"/>
            <a:ext cx="428378" cy="441984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749662" y="3410785"/>
            <a:ext cx="722888" cy="20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posts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1410970" y="3280692"/>
            <a:ext cx="42838" cy="26686"/>
          </a:xfrm>
          <a:prstGeom prst="ellipse">
            <a:avLst/>
          </a:prstGeom>
          <a:solidFill>
            <a:srgbClr val="765BCF"/>
          </a:solidFill>
          <a:ln w="12700">
            <a:solidFill>
              <a:srgbClr val="765BCF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1571612" y="3238995"/>
            <a:ext cx="42838" cy="26686"/>
          </a:xfrm>
          <a:prstGeom prst="ellipse">
            <a:avLst/>
          </a:prstGeom>
          <a:solidFill>
            <a:srgbClr val="765BCF"/>
          </a:solidFill>
          <a:ln w="12700">
            <a:solidFill>
              <a:srgbClr val="765BCF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1384197" y="3447478"/>
            <a:ext cx="42838" cy="26686"/>
          </a:xfrm>
          <a:prstGeom prst="ellipse">
            <a:avLst/>
          </a:prstGeom>
          <a:solidFill>
            <a:srgbClr val="765BCF"/>
          </a:solidFill>
          <a:ln w="12700">
            <a:solidFill>
              <a:srgbClr val="765BCF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625159" y="3464157"/>
            <a:ext cx="42838" cy="26686"/>
          </a:xfrm>
          <a:prstGeom prst="ellipse">
            <a:avLst/>
          </a:prstGeom>
          <a:solidFill>
            <a:srgbClr val="765BCF"/>
          </a:solidFill>
          <a:ln w="12700">
            <a:solidFill>
              <a:srgbClr val="765BCF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451131" y="3605925"/>
            <a:ext cx="42838" cy="26686"/>
          </a:xfrm>
          <a:prstGeom prst="ellipse">
            <a:avLst/>
          </a:prstGeom>
          <a:solidFill>
            <a:srgbClr val="765BCF"/>
          </a:solidFill>
          <a:ln w="12700">
            <a:solidFill>
              <a:srgbClr val="765BCF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665320" y="3639283"/>
            <a:ext cx="42838" cy="26686"/>
          </a:xfrm>
          <a:prstGeom prst="ellipse">
            <a:avLst/>
          </a:prstGeom>
          <a:solidFill>
            <a:srgbClr val="765BCF"/>
          </a:solidFill>
          <a:ln w="12700">
            <a:solidFill>
              <a:srgbClr val="765BCF"/>
            </a:solidFill>
            <a:prstDash val="solid"/>
          </a:ln>
        </p:spPr>
      </p:sp>
      <p:pic>
        <p:nvPicPr>
          <p:cNvPr id="63" name="Image 8" descr="/mnt/data/highq_icons/p1_social_c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3432" y="3227320"/>
            <a:ext cx="515392" cy="458663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187415" y="3952841"/>
            <a:ext cx="2115117" cy="692164"/>
          </a:xfrm>
          <a:prstGeom prst="roundRect">
            <a:avLst>
              <a:gd name="adj" fmla="val 10569"/>
            </a:avLst>
          </a:prstGeom>
          <a:solidFill>
            <a:srgbClr val="FBFDFF"/>
          </a:solidFill>
          <a:ln w="6350">
            <a:solidFill>
              <a:srgbClr val="CFD8E4"/>
            </a:solidFill>
            <a:prstDash val="solid"/>
          </a:ln>
        </p:spPr>
      </p:sp>
      <p:pic>
        <p:nvPicPr>
          <p:cNvPr id="65" name="Image 9" descr="/mnt/data/highq_icons/p1_micro_ic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350" y="4061253"/>
            <a:ext cx="428378" cy="441984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749662" y="4219700"/>
            <a:ext cx="722888" cy="20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</a:t>
            </a:r>
            <a:endParaRPr lang="en-US" sz="1000" dirty="0"/>
          </a:p>
        </p:txBody>
      </p:sp>
      <p:sp>
        <p:nvSpPr>
          <p:cNvPr id="67" name="Shape 55"/>
          <p:cNvSpPr/>
          <p:nvPr/>
        </p:nvSpPr>
        <p:spPr>
          <a:xfrm>
            <a:off x="1424357" y="4122964"/>
            <a:ext cx="42838" cy="26686"/>
          </a:xfrm>
          <a:prstGeom prst="ellipse">
            <a:avLst/>
          </a:prstGeom>
          <a:solidFill>
            <a:srgbClr val="F08C21"/>
          </a:solidFill>
          <a:ln w="12700">
            <a:solidFill>
              <a:srgbClr val="F08C21"/>
            </a:solidFill>
            <a:prstDash val="solid"/>
          </a:ln>
        </p:spPr>
      </p:sp>
      <p:sp>
        <p:nvSpPr>
          <p:cNvPr id="68" name="Shape 56"/>
          <p:cNvSpPr/>
          <p:nvPr/>
        </p:nvSpPr>
        <p:spPr>
          <a:xfrm>
            <a:off x="1544839" y="4189678"/>
            <a:ext cx="42838" cy="26686"/>
          </a:xfrm>
          <a:prstGeom prst="ellipse">
            <a:avLst/>
          </a:prstGeom>
          <a:solidFill>
            <a:srgbClr val="F08C21"/>
          </a:solidFill>
          <a:ln w="12700">
            <a:solidFill>
              <a:srgbClr val="F08C21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1410970" y="4298090"/>
            <a:ext cx="42838" cy="26686"/>
          </a:xfrm>
          <a:prstGeom prst="ellipse">
            <a:avLst/>
          </a:prstGeom>
          <a:solidFill>
            <a:srgbClr val="F08C21"/>
          </a:solidFill>
          <a:ln w="12700">
            <a:solidFill>
              <a:srgbClr val="F08C21"/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1558225" y="4356465"/>
            <a:ext cx="42838" cy="26686"/>
          </a:xfrm>
          <a:prstGeom prst="ellipse">
            <a:avLst/>
          </a:prstGeom>
          <a:solidFill>
            <a:srgbClr val="F08C21"/>
          </a:solidFill>
          <a:ln w="12700">
            <a:solidFill>
              <a:srgbClr val="F08C21"/>
            </a:solidFill>
            <a:prstDash val="solid"/>
          </a:ln>
        </p:spPr>
      </p:sp>
      <p:sp>
        <p:nvSpPr>
          <p:cNvPr id="71" name="Shape 59"/>
          <p:cNvSpPr/>
          <p:nvPr/>
        </p:nvSpPr>
        <p:spPr>
          <a:xfrm>
            <a:off x="1357423" y="4439858"/>
            <a:ext cx="42838" cy="26686"/>
          </a:xfrm>
          <a:prstGeom prst="ellipse">
            <a:avLst/>
          </a:prstGeom>
          <a:solidFill>
            <a:srgbClr val="F08C21"/>
          </a:solidFill>
          <a:ln w="12700">
            <a:solidFill>
              <a:srgbClr val="F08C21"/>
            </a:solidFill>
            <a:prstDash val="solid"/>
          </a:ln>
        </p:spPr>
      </p:sp>
      <p:sp>
        <p:nvSpPr>
          <p:cNvPr id="72" name="Shape 60"/>
          <p:cNvSpPr/>
          <p:nvPr/>
        </p:nvSpPr>
        <p:spPr>
          <a:xfrm>
            <a:off x="1518065" y="4489894"/>
            <a:ext cx="42838" cy="26686"/>
          </a:xfrm>
          <a:prstGeom prst="ellipse">
            <a:avLst/>
          </a:prstGeom>
          <a:solidFill>
            <a:srgbClr val="F08C21"/>
          </a:solidFill>
          <a:ln w="12700">
            <a:solidFill>
              <a:srgbClr val="F08C21"/>
            </a:solidFill>
            <a:prstDash val="solid"/>
          </a:ln>
        </p:spPr>
      </p:sp>
      <p:pic>
        <p:nvPicPr>
          <p:cNvPr id="73" name="Image 10" descr="/mnt/data/highq_icons/p1_micro_c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3432" y="4069592"/>
            <a:ext cx="515392" cy="416966"/>
          </a:xfrm>
          <a:prstGeom prst="rect">
            <a:avLst/>
          </a:prstGeom>
        </p:spPr>
      </p:pic>
      <p:sp>
        <p:nvSpPr>
          <p:cNvPr id="74" name="Shape 61"/>
          <p:cNvSpPr/>
          <p:nvPr/>
        </p:nvSpPr>
        <p:spPr>
          <a:xfrm>
            <a:off x="2369466" y="2118189"/>
            <a:ext cx="548859" cy="508699"/>
          </a:xfrm>
          <a:prstGeom prst="rightArrow">
            <a:avLst/>
          </a:prstGeom>
          <a:solidFill>
            <a:srgbClr val="143D82"/>
          </a:solidFill>
          <a:ln w="12700">
            <a:solidFill>
              <a:srgbClr val="143D82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2342693" y="2635228"/>
            <a:ext cx="62918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50" dirty="0"/>
          </a:p>
        </p:txBody>
      </p:sp>
      <p:sp>
        <p:nvSpPr>
          <p:cNvPr id="76" name="Shape 63"/>
          <p:cNvSpPr/>
          <p:nvPr/>
        </p:nvSpPr>
        <p:spPr>
          <a:xfrm>
            <a:off x="5020056" y="2118189"/>
            <a:ext cx="535473" cy="508699"/>
          </a:xfrm>
          <a:prstGeom prst="rightArrow">
            <a:avLst/>
          </a:prstGeom>
          <a:solidFill>
            <a:srgbClr val="5B34BB"/>
          </a:solidFill>
          <a:ln w="12700">
            <a:solidFill>
              <a:srgbClr val="5B34BB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4993282" y="2635228"/>
            <a:ext cx="61579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750" dirty="0"/>
          </a:p>
        </p:txBody>
      </p:sp>
      <p:sp>
        <p:nvSpPr>
          <p:cNvPr id="78" name="Shape 65"/>
          <p:cNvSpPr/>
          <p:nvPr/>
        </p:nvSpPr>
        <p:spPr>
          <a:xfrm>
            <a:off x="7764353" y="2118189"/>
            <a:ext cx="602407" cy="508699"/>
          </a:xfrm>
          <a:prstGeom prst="rightArrow">
            <a:avLst/>
          </a:prstGeom>
          <a:solidFill>
            <a:srgbClr val="06836F"/>
          </a:solidFill>
          <a:ln w="12700">
            <a:solidFill>
              <a:srgbClr val="06836F"/>
            </a:solidFill>
            <a:prstDash val="solid"/>
          </a:ln>
        </p:spPr>
      </p:sp>
      <p:sp>
        <p:nvSpPr>
          <p:cNvPr id="79" name="Text 66"/>
          <p:cNvSpPr/>
          <p:nvPr/>
        </p:nvSpPr>
        <p:spPr>
          <a:xfrm>
            <a:off x="7737580" y="2643567"/>
            <a:ext cx="682728" cy="68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stimuli</a:t>
            </a:r>
            <a:endParaRPr lang="en-US" sz="750" dirty="0"/>
          </a:p>
        </p:txBody>
      </p:sp>
      <p:sp>
        <p:nvSpPr>
          <p:cNvPr id="80" name="Shape 67"/>
          <p:cNvSpPr/>
          <p:nvPr/>
        </p:nvSpPr>
        <p:spPr>
          <a:xfrm>
            <a:off x="10495264" y="2118189"/>
            <a:ext cx="548859" cy="508699"/>
          </a:xfrm>
          <a:prstGeom prst="rightArrow">
            <a:avLst/>
          </a:prstGeom>
          <a:solidFill>
            <a:srgbClr val="2A8A3E"/>
          </a:solidFill>
          <a:ln w="12700">
            <a:solidFill>
              <a:srgbClr val="2A8A3E"/>
            </a:solidFill>
            <a:prstDash val="solid"/>
          </a:ln>
        </p:spPr>
      </p:sp>
      <p:sp>
        <p:nvSpPr>
          <p:cNvPr id="81" name="Text 68"/>
          <p:cNvSpPr/>
          <p:nvPr/>
        </p:nvSpPr>
        <p:spPr>
          <a:xfrm>
            <a:off x="10468490" y="2802014"/>
            <a:ext cx="6291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</a:t>
            </a:r>
            <a:endParaRPr lang="en-US" sz="750" dirty="0"/>
          </a:p>
        </p:txBody>
      </p:sp>
      <p:pic>
        <p:nvPicPr>
          <p:cNvPr id="82" name="Image 11" descr="/mnt/data/highq_icons/p2_graphi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2034" y="817254"/>
            <a:ext cx="1994636" cy="3294035"/>
          </a:xfrm>
          <a:prstGeom prst="rect">
            <a:avLst/>
          </a:prstGeom>
        </p:spPr>
      </p:pic>
      <p:sp>
        <p:nvSpPr>
          <p:cNvPr id="83" name="Text 69"/>
          <p:cNvSpPr/>
          <p:nvPr/>
        </p:nvSpPr>
        <p:spPr>
          <a:xfrm>
            <a:off x="3119128" y="4603309"/>
            <a:ext cx="1633192" cy="21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2D1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internal parameters</a:t>
            </a:r>
            <a:endParaRPr lang="en-US" sz="1100" dirty="0"/>
          </a:p>
        </p:txBody>
      </p:sp>
      <p:pic>
        <p:nvPicPr>
          <p:cNvPr id="84" name="Image 12" descr="/mnt/data/highq_icons/p3_cor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9076" y="650468"/>
            <a:ext cx="2048183" cy="3702662"/>
          </a:xfrm>
          <a:prstGeom prst="rect">
            <a:avLst/>
          </a:prstGeom>
        </p:spPr>
      </p:pic>
      <p:sp>
        <p:nvSpPr>
          <p:cNvPr id="85" name="Text 70"/>
          <p:cNvSpPr/>
          <p:nvPr/>
        </p:nvSpPr>
        <p:spPr>
          <a:xfrm>
            <a:off x="5890199" y="4528255"/>
            <a:ext cx="1512710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7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computational proxy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7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person</a:t>
            </a:r>
            <a:endParaRPr lang="en-US" sz="1100" dirty="0"/>
          </a:p>
        </p:txBody>
      </p:sp>
      <p:pic>
        <p:nvPicPr>
          <p:cNvPr id="86" name="Image 13" descr="/mnt/data/highq_icons/p4_arrow_ic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7322" y="896478"/>
            <a:ext cx="361444" cy="225162"/>
          </a:xfrm>
          <a:prstGeom prst="rect">
            <a:avLst/>
          </a:prstGeom>
        </p:spPr>
      </p:pic>
      <p:sp>
        <p:nvSpPr>
          <p:cNvPr id="87" name="Text 71"/>
          <p:cNvSpPr/>
          <p:nvPr/>
        </p:nvSpPr>
        <p:spPr>
          <a:xfrm>
            <a:off x="8554175" y="1300935"/>
            <a:ext cx="856756" cy="30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 next?</a:t>
            </a:r>
            <a:endParaRPr lang="en-US" sz="900" dirty="0"/>
          </a:p>
        </p:txBody>
      </p:sp>
      <p:sp>
        <p:nvSpPr>
          <p:cNvPr id="88" name="Shape 72"/>
          <p:cNvSpPr/>
          <p:nvPr/>
        </p:nvSpPr>
        <p:spPr>
          <a:xfrm>
            <a:off x="8540789" y="1751259"/>
            <a:ext cx="883530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pic>
        <p:nvPicPr>
          <p:cNvPr id="89" name="Image 14" descr="/mnt/data/highq_icons/p4_warning_ic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0789" y="2009778"/>
            <a:ext cx="321284" cy="341912"/>
          </a:xfrm>
          <a:prstGeom prst="rect">
            <a:avLst/>
          </a:prstGeom>
        </p:spPr>
      </p:pic>
      <p:sp>
        <p:nvSpPr>
          <p:cNvPr id="90" name="Text 73"/>
          <p:cNvSpPr/>
          <p:nvPr/>
        </p:nvSpPr>
        <p:spPr>
          <a:xfrm>
            <a:off x="8554175" y="2460102"/>
            <a:ext cx="816596" cy="467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will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emerge?</a:t>
            </a:r>
            <a:endParaRPr lang="en-US" sz="900" dirty="0"/>
          </a:p>
        </p:txBody>
      </p:sp>
      <p:sp>
        <p:nvSpPr>
          <p:cNvPr id="91" name="Shape 74"/>
          <p:cNvSpPr/>
          <p:nvPr/>
        </p:nvSpPr>
        <p:spPr>
          <a:xfrm>
            <a:off x="8540789" y="3160605"/>
            <a:ext cx="883530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pic>
        <p:nvPicPr>
          <p:cNvPr id="92" name="Image 15" descr="/mnt/data/highq_icons/p4_shield_ico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0949" y="3335731"/>
            <a:ext cx="267736" cy="350252"/>
          </a:xfrm>
          <a:prstGeom prst="rect">
            <a:avLst/>
          </a:prstGeom>
        </p:spPr>
      </p:pic>
      <p:sp>
        <p:nvSpPr>
          <p:cNvPr id="93" name="Text 75"/>
          <p:cNvSpPr/>
          <p:nvPr/>
        </p:nvSpPr>
        <p:spPr>
          <a:xfrm>
            <a:off x="8554175" y="3752698"/>
            <a:ext cx="896917" cy="441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they</a:t>
            </a:r>
            <a:endParaRPr lang="en-US" sz="8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under</a:t>
            </a:r>
            <a:endParaRPr lang="en-US" sz="8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pressure?</a:t>
            </a:r>
            <a:endParaRPr lang="en-US" sz="840" dirty="0"/>
          </a:p>
        </p:txBody>
      </p:sp>
      <p:pic>
        <p:nvPicPr>
          <p:cNvPr id="94" name="Image 16" descr="/mnt/data/highq_icons/p4_char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10129" y="883969"/>
            <a:ext cx="1137879" cy="3060533"/>
          </a:xfrm>
          <a:prstGeom prst="rect">
            <a:avLst/>
          </a:prstGeom>
        </p:spPr>
      </p:pic>
      <p:sp>
        <p:nvSpPr>
          <p:cNvPr id="95" name="Text 76"/>
          <p:cNvSpPr/>
          <p:nvPr/>
        </p:nvSpPr>
        <p:spPr>
          <a:xfrm>
            <a:off x="8554175" y="4436522"/>
            <a:ext cx="334670" cy="1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96" name="Shape 77"/>
          <p:cNvSpPr/>
          <p:nvPr/>
        </p:nvSpPr>
        <p:spPr>
          <a:xfrm>
            <a:off x="8875459" y="4486558"/>
            <a:ext cx="1004011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97" name="Text 78"/>
          <p:cNvSpPr/>
          <p:nvPr/>
        </p:nvSpPr>
        <p:spPr>
          <a:xfrm>
            <a:off x="9966485" y="4436522"/>
            <a:ext cx="468539" cy="1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98" name="Text 79"/>
          <p:cNvSpPr/>
          <p:nvPr/>
        </p:nvSpPr>
        <p:spPr>
          <a:xfrm>
            <a:off x="8688044" y="4686702"/>
            <a:ext cx="1512710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 trajectories</a:t>
            </a:r>
            <a:endParaRPr lang="en-US" sz="1000" dirty="0"/>
          </a:p>
        </p:txBody>
      </p:sp>
      <p:sp>
        <p:nvSpPr>
          <p:cNvPr id="99" name="Shape 80"/>
          <p:cNvSpPr/>
          <p:nvPr/>
        </p:nvSpPr>
        <p:spPr>
          <a:xfrm>
            <a:off x="11097670" y="850611"/>
            <a:ext cx="1900928" cy="650468"/>
          </a:xfrm>
          <a:prstGeom prst="roundRect">
            <a:avLst>
              <a:gd name="adj" fmla="val 9840"/>
            </a:avLst>
          </a:prstGeom>
          <a:solidFill>
            <a:srgbClr val="FFFDF8"/>
          </a:solidFill>
          <a:ln w="6350">
            <a:solidFill>
              <a:srgbClr val="EAD9BD"/>
            </a:solidFill>
            <a:prstDash val="solid"/>
          </a:ln>
        </p:spPr>
      </p:sp>
      <p:pic>
        <p:nvPicPr>
          <p:cNvPr id="100" name="Image 17" descr="/mnt/data/highq_icons/p5_future_icon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98473" y="984041"/>
            <a:ext cx="374831" cy="375270"/>
          </a:xfrm>
          <a:prstGeom prst="rect">
            <a:avLst/>
          </a:prstGeom>
        </p:spPr>
      </p:pic>
      <p:sp>
        <p:nvSpPr>
          <p:cNvPr id="101" name="Text 81"/>
          <p:cNvSpPr/>
          <p:nvPr/>
        </p:nvSpPr>
        <p:spPr>
          <a:xfrm>
            <a:off x="11860719" y="1017398"/>
            <a:ext cx="1097719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actions</a:t>
            </a:r>
            <a:endParaRPr lang="en-US" sz="1000" dirty="0"/>
          </a:p>
        </p:txBody>
      </p:sp>
      <p:sp>
        <p:nvSpPr>
          <p:cNvPr id="102" name="Shape 82"/>
          <p:cNvSpPr/>
          <p:nvPr/>
        </p:nvSpPr>
        <p:spPr>
          <a:xfrm>
            <a:off x="11097670" y="1584472"/>
            <a:ext cx="1900928" cy="650468"/>
          </a:xfrm>
          <a:prstGeom prst="roundRect">
            <a:avLst>
              <a:gd name="adj" fmla="val 9840"/>
            </a:avLst>
          </a:prstGeom>
          <a:solidFill>
            <a:srgbClr val="FFFDF8"/>
          </a:solidFill>
          <a:ln w="6350">
            <a:solidFill>
              <a:srgbClr val="EAD9BD"/>
            </a:solidFill>
            <a:prstDash val="solid"/>
          </a:ln>
        </p:spPr>
      </p:sp>
      <p:pic>
        <p:nvPicPr>
          <p:cNvPr id="103" name="Image 18" descr="/mnt/data/highq_icons/p5_interaction_icon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85086" y="1709562"/>
            <a:ext cx="428378" cy="408627"/>
          </a:xfrm>
          <a:prstGeom prst="rect">
            <a:avLst/>
          </a:prstGeom>
        </p:spPr>
      </p:pic>
      <p:sp>
        <p:nvSpPr>
          <p:cNvPr id="104" name="Text 83"/>
          <p:cNvSpPr/>
          <p:nvPr/>
        </p:nvSpPr>
        <p:spPr>
          <a:xfrm>
            <a:off x="11860719" y="1751259"/>
            <a:ext cx="1097719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</a:t>
            </a:r>
            <a:endParaRPr lang="en-US" sz="1000" dirty="0"/>
          </a:p>
        </p:txBody>
      </p:sp>
      <p:sp>
        <p:nvSpPr>
          <p:cNvPr id="105" name="Shape 84"/>
          <p:cNvSpPr/>
          <p:nvPr/>
        </p:nvSpPr>
        <p:spPr>
          <a:xfrm>
            <a:off x="11097670" y="2326673"/>
            <a:ext cx="1900928" cy="650468"/>
          </a:xfrm>
          <a:prstGeom prst="roundRect">
            <a:avLst>
              <a:gd name="adj" fmla="val 9840"/>
            </a:avLst>
          </a:prstGeom>
          <a:solidFill>
            <a:srgbClr val="FFFDF8"/>
          </a:solidFill>
          <a:ln w="6350">
            <a:solidFill>
              <a:srgbClr val="EAD9BD"/>
            </a:solidFill>
            <a:prstDash val="solid"/>
          </a:ln>
        </p:spPr>
      </p:sp>
      <p:pic>
        <p:nvPicPr>
          <p:cNvPr id="106" name="Image 19" descr="/mnt/data/highq_icons/p5_conflict_ico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58312" y="2460102"/>
            <a:ext cx="508699" cy="383609"/>
          </a:xfrm>
          <a:prstGeom prst="rect">
            <a:avLst/>
          </a:prstGeom>
        </p:spPr>
      </p:pic>
      <p:sp>
        <p:nvSpPr>
          <p:cNvPr id="107" name="Text 85"/>
          <p:cNvSpPr/>
          <p:nvPr/>
        </p:nvSpPr>
        <p:spPr>
          <a:xfrm>
            <a:off x="11860719" y="2493459"/>
            <a:ext cx="1097719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/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1000" dirty="0"/>
          </a:p>
        </p:txBody>
      </p:sp>
      <p:sp>
        <p:nvSpPr>
          <p:cNvPr id="108" name="Shape 86"/>
          <p:cNvSpPr/>
          <p:nvPr/>
        </p:nvSpPr>
        <p:spPr>
          <a:xfrm>
            <a:off x="11097670" y="3060533"/>
            <a:ext cx="1900928" cy="650468"/>
          </a:xfrm>
          <a:prstGeom prst="roundRect">
            <a:avLst>
              <a:gd name="adj" fmla="val 9840"/>
            </a:avLst>
          </a:prstGeom>
          <a:solidFill>
            <a:srgbClr val="FFFDF8"/>
          </a:solidFill>
          <a:ln w="6350">
            <a:solidFill>
              <a:srgbClr val="EAD9BD"/>
            </a:solidFill>
            <a:prstDash val="solid"/>
          </a:ln>
        </p:spPr>
      </p:sp>
      <p:pic>
        <p:nvPicPr>
          <p:cNvPr id="109" name="Image 20" descr="/mnt/data/highq_icons/p5_clock_ico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38232" y="3264847"/>
            <a:ext cx="388218" cy="241841"/>
          </a:xfrm>
          <a:prstGeom prst="rect">
            <a:avLst/>
          </a:prstGeom>
        </p:spPr>
      </p:pic>
      <p:sp>
        <p:nvSpPr>
          <p:cNvPr id="110" name="Text 87"/>
          <p:cNvSpPr/>
          <p:nvPr/>
        </p:nvSpPr>
        <p:spPr>
          <a:xfrm>
            <a:off x="11860719" y="3227320"/>
            <a:ext cx="1097719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of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111" name="Shape 88"/>
          <p:cNvSpPr/>
          <p:nvPr/>
        </p:nvSpPr>
        <p:spPr>
          <a:xfrm>
            <a:off x="11097670" y="3794394"/>
            <a:ext cx="1900928" cy="767218"/>
          </a:xfrm>
          <a:prstGeom prst="roundRect">
            <a:avLst>
              <a:gd name="adj" fmla="val 8343"/>
            </a:avLst>
          </a:prstGeom>
          <a:solidFill>
            <a:srgbClr val="FFFDF8"/>
          </a:solidFill>
          <a:ln w="6350">
            <a:solidFill>
              <a:srgbClr val="EAD9BD"/>
            </a:solidFill>
            <a:prstDash val="solid"/>
          </a:ln>
        </p:spPr>
      </p:sp>
      <p:pic>
        <p:nvPicPr>
          <p:cNvPr id="112" name="Image 21" descr="/mnt/data/highq_icons/p5_bar_icon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71699" y="4027895"/>
            <a:ext cx="414991" cy="416966"/>
          </a:xfrm>
          <a:prstGeom prst="rect">
            <a:avLst/>
          </a:prstGeom>
        </p:spPr>
      </p:pic>
      <p:sp>
        <p:nvSpPr>
          <p:cNvPr id="113" name="Text 89"/>
          <p:cNvSpPr/>
          <p:nvPr/>
        </p:nvSpPr>
        <p:spPr>
          <a:xfrm>
            <a:off x="11860719" y="3961181"/>
            <a:ext cx="1097719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000" dirty="0"/>
          </a:p>
        </p:txBody>
      </p:sp>
      <p:sp>
        <p:nvSpPr>
          <p:cNvPr id="114" name="Shape 90"/>
          <p:cNvSpPr/>
          <p:nvPr/>
        </p:nvSpPr>
        <p:spPr>
          <a:xfrm>
            <a:off x="53547" y="5245437"/>
            <a:ext cx="12998598" cy="2718621"/>
          </a:xfrm>
          <a:prstGeom prst="roundRect">
            <a:avLst>
              <a:gd name="adj" fmla="val 4373"/>
            </a:avLst>
          </a:prstGeom>
          <a:solidFill>
            <a:srgbClr val="F8FBFF"/>
          </a:solidFill>
          <a:ln w="12700">
            <a:solidFill>
              <a:srgbClr val="4B73B5"/>
            </a:solidFill>
            <a:prstDash val="solid"/>
          </a:ln>
        </p:spPr>
      </p:sp>
      <p:pic>
        <p:nvPicPr>
          <p:cNvPr id="115" name="Image 22" descr="/mnt/data/highq_icons/bottom_atom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4430" y="5449751"/>
            <a:ext cx="441765" cy="275198"/>
          </a:xfrm>
          <a:prstGeom prst="rect">
            <a:avLst/>
          </a:prstGeom>
        </p:spPr>
      </p:pic>
      <p:sp>
        <p:nvSpPr>
          <p:cNvPr id="116" name="Text 91"/>
          <p:cNvSpPr/>
          <p:nvPr/>
        </p:nvSpPr>
        <p:spPr>
          <a:xfrm>
            <a:off x="843369" y="5487278"/>
            <a:ext cx="1499323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Framing</a:t>
            </a:r>
            <a:endParaRPr lang="en-US" sz="1200" dirty="0"/>
          </a:p>
        </p:txBody>
      </p:sp>
      <p:sp>
        <p:nvSpPr>
          <p:cNvPr id="117" name="Shape 92"/>
          <p:cNvSpPr/>
          <p:nvPr/>
        </p:nvSpPr>
        <p:spPr>
          <a:xfrm>
            <a:off x="294510" y="5920923"/>
            <a:ext cx="2248985" cy="400288"/>
          </a:xfrm>
          <a:prstGeom prst="roundRect">
            <a:avLst>
              <a:gd name="adj" fmla="val 13706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18" name="Image 23" descr="/mnt/data/highq_icons/sci_icon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4590" y="6016825"/>
            <a:ext cx="334670" cy="208483"/>
          </a:xfrm>
          <a:prstGeom prst="rect">
            <a:avLst/>
          </a:prstGeom>
        </p:spPr>
      </p:pic>
      <p:sp>
        <p:nvSpPr>
          <p:cNvPr id="119" name="Text 93"/>
          <p:cNvSpPr/>
          <p:nvPr/>
        </p:nvSpPr>
        <p:spPr>
          <a:xfrm>
            <a:off x="789822" y="6029334"/>
            <a:ext cx="16733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of humans</a:t>
            </a:r>
            <a:endParaRPr lang="en-US" sz="920" dirty="0"/>
          </a:p>
        </p:txBody>
      </p:sp>
      <p:sp>
        <p:nvSpPr>
          <p:cNvPr id="120" name="Shape 94"/>
          <p:cNvSpPr/>
          <p:nvPr/>
        </p:nvSpPr>
        <p:spPr>
          <a:xfrm>
            <a:off x="294510" y="6371247"/>
            <a:ext cx="2248985" cy="400288"/>
          </a:xfrm>
          <a:prstGeom prst="roundRect">
            <a:avLst>
              <a:gd name="adj" fmla="val 13706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21" name="Image 24" descr="/mnt/data/highq_icons/sci_icon2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4590" y="6467149"/>
            <a:ext cx="334670" cy="208483"/>
          </a:xfrm>
          <a:prstGeom prst="rect">
            <a:avLst/>
          </a:prstGeom>
        </p:spPr>
      </p:pic>
      <p:sp>
        <p:nvSpPr>
          <p:cNvPr id="122" name="Text 95"/>
          <p:cNvSpPr/>
          <p:nvPr/>
        </p:nvSpPr>
        <p:spPr>
          <a:xfrm>
            <a:off x="789822" y="6479658"/>
            <a:ext cx="16733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computability of behavior</a:t>
            </a:r>
            <a:endParaRPr lang="en-US" sz="920" dirty="0"/>
          </a:p>
        </p:txBody>
      </p:sp>
      <p:sp>
        <p:nvSpPr>
          <p:cNvPr id="123" name="Shape 96"/>
          <p:cNvSpPr/>
          <p:nvPr/>
        </p:nvSpPr>
        <p:spPr>
          <a:xfrm>
            <a:off x="294510" y="6821570"/>
            <a:ext cx="2248985" cy="400288"/>
          </a:xfrm>
          <a:prstGeom prst="roundRect">
            <a:avLst>
              <a:gd name="adj" fmla="val 13706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24" name="Image 25" descr="/mnt/data/highq_icons/sci_icon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4590" y="6917473"/>
            <a:ext cx="334670" cy="208483"/>
          </a:xfrm>
          <a:prstGeom prst="rect">
            <a:avLst/>
          </a:prstGeom>
        </p:spPr>
      </p:pic>
      <p:sp>
        <p:nvSpPr>
          <p:cNvPr id="125" name="Text 97"/>
          <p:cNvSpPr/>
          <p:nvPr/>
        </p:nvSpPr>
        <p:spPr>
          <a:xfrm>
            <a:off x="789822" y="6929982"/>
            <a:ext cx="16733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inference</a:t>
            </a:r>
            <a:endParaRPr lang="en-US" sz="920" dirty="0"/>
          </a:p>
        </p:txBody>
      </p:sp>
      <p:sp>
        <p:nvSpPr>
          <p:cNvPr id="126" name="Shape 98"/>
          <p:cNvSpPr/>
          <p:nvPr/>
        </p:nvSpPr>
        <p:spPr>
          <a:xfrm>
            <a:off x="294510" y="7271894"/>
            <a:ext cx="2248985" cy="400288"/>
          </a:xfrm>
          <a:prstGeom prst="roundRect">
            <a:avLst>
              <a:gd name="adj" fmla="val 13706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27" name="Image 26" descr="/mnt/data/highq_icons/sci_icon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4590" y="7367796"/>
            <a:ext cx="334670" cy="208483"/>
          </a:xfrm>
          <a:prstGeom prst="rect">
            <a:avLst/>
          </a:prstGeom>
        </p:spPr>
      </p:pic>
      <p:sp>
        <p:nvSpPr>
          <p:cNvPr id="128" name="Text 99"/>
          <p:cNvSpPr/>
          <p:nvPr/>
        </p:nvSpPr>
        <p:spPr>
          <a:xfrm>
            <a:off x="789822" y="7380305"/>
            <a:ext cx="16733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system modeling</a:t>
            </a:r>
            <a:endParaRPr lang="en-US" sz="920" dirty="0"/>
          </a:p>
        </p:txBody>
      </p:sp>
      <p:sp>
        <p:nvSpPr>
          <p:cNvPr id="129" name="Shape 100"/>
          <p:cNvSpPr/>
          <p:nvPr/>
        </p:nvSpPr>
        <p:spPr>
          <a:xfrm>
            <a:off x="2851392" y="5353849"/>
            <a:ext cx="0" cy="2501798"/>
          </a:xfrm>
          <a:prstGeom prst="line">
            <a:avLst/>
          </a:prstGeom>
          <a:noFill/>
          <a:ln w="10160">
            <a:solidFill>
              <a:srgbClr val="8B99B3"/>
            </a:solidFill>
            <a:prstDash val="solid"/>
          </a:ln>
        </p:spPr>
      </p:sp>
      <p:sp>
        <p:nvSpPr>
          <p:cNvPr id="130" name="Shape 101"/>
          <p:cNvSpPr/>
          <p:nvPr/>
        </p:nvSpPr>
        <p:spPr>
          <a:xfrm>
            <a:off x="5120457" y="5458090"/>
            <a:ext cx="414991" cy="258519"/>
          </a:xfrm>
          <a:prstGeom prst="ellipse">
            <a:avLst/>
          </a:prstGeom>
          <a:solidFill>
            <a:srgbClr val="1D2B64"/>
          </a:solidFill>
          <a:ln w="12700">
            <a:solidFill>
              <a:srgbClr val="1D2B64"/>
            </a:solidFill>
            <a:prstDash val="solid"/>
          </a:ln>
        </p:spPr>
      </p:sp>
      <p:sp>
        <p:nvSpPr>
          <p:cNvPr id="131" name="Text 102"/>
          <p:cNvSpPr/>
          <p:nvPr/>
        </p:nvSpPr>
        <p:spPr>
          <a:xfrm>
            <a:off x="5220858" y="5466430"/>
            <a:ext cx="214189" cy="233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32" name="Text 103"/>
          <p:cNvSpPr/>
          <p:nvPr/>
        </p:nvSpPr>
        <p:spPr>
          <a:xfrm>
            <a:off x="5635850" y="5487278"/>
            <a:ext cx="2275759" cy="21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33" name="Shape 104"/>
          <p:cNvSpPr/>
          <p:nvPr/>
        </p:nvSpPr>
        <p:spPr>
          <a:xfrm>
            <a:off x="3065581" y="5879226"/>
            <a:ext cx="1526097" cy="1968081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1430">
            <a:solidFill>
              <a:srgbClr val="3571C9"/>
            </a:solidFill>
            <a:prstDash val="solid"/>
          </a:ln>
        </p:spPr>
      </p:sp>
      <p:sp>
        <p:nvSpPr>
          <p:cNvPr id="134" name="Shape 105"/>
          <p:cNvSpPr/>
          <p:nvPr/>
        </p:nvSpPr>
        <p:spPr>
          <a:xfrm>
            <a:off x="3199449" y="6029334"/>
            <a:ext cx="294510" cy="183465"/>
          </a:xfrm>
          <a:prstGeom prst="ellipse">
            <a:avLst/>
          </a:prstGeom>
          <a:solidFill>
            <a:srgbClr val="2D69BD"/>
          </a:solidFill>
          <a:ln w="12700">
            <a:solidFill>
              <a:srgbClr val="2D69BD"/>
            </a:solidFill>
            <a:prstDash val="solid"/>
          </a:ln>
        </p:spPr>
      </p:sp>
      <p:sp>
        <p:nvSpPr>
          <p:cNvPr id="135" name="Text 106"/>
          <p:cNvSpPr/>
          <p:nvPr/>
        </p:nvSpPr>
        <p:spPr>
          <a:xfrm>
            <a:off x="3266383" y="6029334"/>
            <a:ext cx="16064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136" name="Image 27" descr="/mnt/data/highq_icons/rq1_icon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86864" y="6229478"/>
            <a:ext cx="990624" cy="633789"/>
          </a:xfrm>
          <a:prstGeom prst="rect">
            <a:avLst/>
          </a:prstGeom>
        </p:spPr>
      </p:pic>
      <p:sp>
        <p:nvSpPr>
          <p:cNvPr id="137" name="Text 107"/>
          <p:cNvSpPr/>
          <p:nvPr/>
        </p:nvSpPr>
        <p:spPr>
          <a:xfrm>
            <a:off x="3252996" y="6963339"/>
            <a:ext cx="1178040" cy="69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is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infer a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latent profile?</a:t>
            </a:r>
            <a:endParaRPr lang="en-US" sz="940" dirty="0"/>
          </a:p>
        </p:txBody>
      </p:sp>
      <p:sp>
        <p:nvSpPr>
          <p:cNvPr id="138" name="Shape 108"/>
          <p:cNvSpPr/>
          <p:nvPr/>
        </p:nvSpPr>
        <p:spPr>
          <a:xfrm>
            <a:off x="4738933" y="5879226"/>
            <a:ext cx="1445776" cy="1968081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1430">
            <a:solidFill>
              <a:srgbClr val="6B3BB4"/>
            </a:solidFill>
            <a:prstDash val="solid"/>
          </a:ln>
        </p:spPr>
      </p:sp>
      <p:sp>
        <p:nvSpPr>
          <p:cNvPr id="139" name="Shape 109"/>
          <p:cNvSpPr/>
          <p:nvPr/>
        </p:nvSpPr>
        <p:spPr>
          <a:xfrm>
            <a:off x="4872801" y="6029334"/>
            <a:ext cx="294510" cy="183465"/>
          </a:xfrm>
          <a:prstGeom prst="ellipse">
            <a:avLst/>
          </a:prstGeom>
          <a:solidFill>
            <a:srgbClr val="4C218D"/>
          </a:solidFill>
          <a:ln w="12700">
            <a:solidFill>
              <a:srgbClr val="4C218D"/>
            </a:solidFill>
            <a:prstDash val="solid"/>
          </a:ln>
        </p:spPr>
      </p:sp>
      <p:sp>
        <p:nvSpPr>
          <p:cNvPr id="140" name="Text 110"/>
          <p:cNvSpPr/>
          <p:nvPr/>
        </p:nvSpPr>
        <p:spPr>
          <a:xfrm>
            <a:off x="4939735" y="6029334"/>
            <a:ext cx="16064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41" name="Image 28" descr="/mnt/data/highq_icons/rq2_icon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47632" y="6171103"/>
            <a:ext cx="722888" cy="633789"/>
          </a:xfrm>
          <a:prstGeom prst="rect">
            <a:avLst/>
          </a:prstGeom>
        </p:spPr>
      </p:pic>
      <p:sp>
        <p:nvSpPr>
          <p:cNvPr id="142" name="Text 111"/>
          <p:cNvSpPr/>
          <p:nvPr/>
        </p:nvSpPr>
        <p:spPr>
          <a:xfrm>
            <a:off x="4926348" y="6963339"/>
            <a:ext cx="1097719" cy="69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probes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reveal hidden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attributes?</a:t>
            </a:r>
            <a:endParaRPr lang="en-US" sz="940" dirty="0"/>
          </a:p>
        </p:txBody>
      </p:sp>
      <p:sp>
        <p:nvSpPr>
          <p:cNvPr id="143" name="Shape 112"/>
          <p:cNvSpPr/>
          <p:nvPr/>
        </p:nvSpPr>
        <p:spPr>
          <a:xfrm>
            <a:off x="6345351" y="5879226"/>
            <a:ext cx="1419002" cy="1968081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1430">
            <a:solidFill>
              <a:srgbClr val="159B91"/>
            </a:solidFill>
            <a:prstDash val="solid"/>
          </a:ln>
        </p:spPr>
      </p:sp>
      <p:sp>
        <p:nvSpPr>
          <p:cNvPr id="144" name="Shape 113"/>
          <p:cNvSpPr/>
          <p:nvPr/>
        </p:nvSpPr>
        <p:spPr>
          <a:xfrm>
            <a:off x="6479219" y="6029334"/>
            <a:ext cx="294510" cy="183465"/>
          </a:xfrm>
          <a:prstGeom prst="ellipse">
            <a:avLst/>
          </a:prstGeom>
          <a:solidFill>
            <a:srgbClr val="159B91"/>
          </a:solidFill>
          <a:ln w="12700">
            <a:solidFill>
              <a:srgbClr val="159B91"/>
            </a:solidFill>
            <a:prstDash val="solid"/>
          </a:ln>
        </p:spPr>
      </p:sp>
      <p:sp>
        <p:nvSpPr>
          <p:cNvPr id="145" name="Text 114"/>
          <p:cNvSpPr/>
          <p:nvPr/>
        </p:nvSpPr>
        <p:spPr>
          <a:xfrm>
            <a:off x="6546153" y="6029334"/>
            <a:ext cx="16064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46" name="Image 29" descr="/mnt/data/highq_icons/rq3_icon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746955" y="6171103"/>
            <a:ext cx="803209" cy="625450"/>
          </a:xfrm>
          <a:prstGeom prst="rect">
            <a:avLst/>
          </a:prstGeom>
        </p:spPr>
      </p:pic>
      <p:sp>
        <p:nvSpPr>
          <p:cNvPr id="147" name="Text 115"/>
          <p:cNvSpPr/>
          <p:nvPr/>
        </p:nvSpPr>
        <p:spPr>
          <a:xfrm>
            <a:off x="6532766" y="6963339"/>
            <a:ext cx="1070945" cy="69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accurately can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twin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future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behavior?</a:t>
            </a:r>
            <a:endParaRPr lang="en-US" sz="940" dirty="0"/>
          </a:p>
        </p:txBody>
      </p:sp>
      <p:sp>
        <p:nvSpPr>
          <p:cNvPr id="148" name="Shape 116"/>
          <p:cNvSpPr/>
          <p:nvPr/>
        </p:nvSpPr>
        <p:spPr>
          <a:xfrm>
            <a:off x="7898221" y="5879226"/>
            <a:ext cx="1512710" cy="1968081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1430">
            <a:solidFill>
              <a:srgbClr val="D07113"/>
            </a:solidFill>
            <a:prstDash val="solid"/>
          </a:ln>
        </p:spPr>
      </p:sp>
      <p:sp>
        <p:nvSpPr>
          <p:cNvPr id="149" name="Shape 117"/>
          <p:cNvSpPr/>
          <p:nvPr/>
        </p:nvSpPr>
        <p:spPr>
          <a:xfrm>
            <a:off x="8032090" y="6029334"/>
            <a:ext cx="294510" cy="183465"/>
          </a:xfrm>
          <a:prstGeom prst="ellipse">
            <a:avLst/>
          </a:prstGeom>
          <a:solidFill>
            <a:srgbClr val="D06B0C"/>
          </a:solidFill>
          <a:ln w="12700">
            <a:solidFill>
              <a:srgbClr val="D06B0C"/>
            </a:solidFill>
            <a:prstDash val="solid"/>
          </a:ln>
        </p:spPr>
      </p:sp>
      <p:sp>
        <p:nvSpPr>
          <p:cNvPr id="150" name="Text 118"/>
          <p:cNvSpPr/>
          <p:nvPr/>
        </p:nvSpPr>
        <p:spPr>
          <a:xfrm>
            <a:off x="8099024" y="6029334"/>
            <a:ext cx="16064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151" name="Image 30" descr="/mnt/data/highq_icons/rq4_icon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53373" y="6137745"/>
            <a:ext cx="669341" cy="633789"/>
          </a:xfrm>
          <a:prstGeom prst="rect">
            <a:avLst/>
          </a:prstGeom>
        </p:spPr>
      </p:pic>
      <p:sp>
        <p:nvSpPr>
          <p:cNvPr id="152" name="Text 119"/>
          <p:cNvSpPr/>
          <p:nvPr/>
        </p:nvSpPr>
        <p:spPr>
          <a:xfrm>
            <a:off x="8085637" y="6963339"/>
            <a:ext cx="1164653" cy="69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ethical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of such</a:t>
            </a:r>
            <a:endParaRPr lang="en-US" sz="9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modeling?</a:t>
            </a:r>
            <a:endParaRPr lang="en-US" sz="940" dirty="0"/>
          </a:p>
        </p:txBody>
      </p:sp>
      <p:sp>
        <p:nvSpPr>
          <p:cNvPr id="153" name="Shape 120"/>
          <p:cNvSpPr/>
          <p:nvPr/>
        </p:nvSpPr>
        <p:spPr>
          <a:xfrm>
            <a:off x="9651894" y="5353849"/>
            <a:ext cx="0" cy="2501798"/>
          </a:xfrm>
          <a:prstGeom prst="line">
            <a:avLst/>
          </a:prstGeom>
          <a:noFill/>
          <a:ln w="10160">
            <a:solidFill>
              <a:srgbClr val="8B99B3"/>
            </a:solidFill>
            <a:prstDash val="solid"/>
          </a:ln>
        </p:spPr>
      </p:sp>
      <p:pic>
        <p:nvPicPr>
          <p:cNvPr id="154" name="Image 31" descr="/mnt/data/highq_icons/bottom_rocket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86966" y="5449751"/>
            <a:ext cx="441765" cy="275198"/>
          </a:xfrm>
          <a:prstGeom prst="rect">
            <a:avLst/>
          </a:prstGeom>
        </p:spPr>
      </p:pic>
      <p:sp>
        <p:nvSpPr>
          <p:cNvPr id="155" name="Text 121"/>
          <p:cNvSpPr/>
          <p:nvPr/>
        </p:nvSpPr>
        <p:spPr>
          <a:xfrm>
            <a:off x="10669292" y="5487278"/>
            <a:ext cx="1874154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Applications</a:t>
            </a:r>
            <a:endParaRPr lang="en-US" sz="1200" dirty="0"/>
          </a:p>
        </p:txBody>
      </p:sp>
      <p:sp>
        <p:nvSpPr>
          <p:cNvPr id="156" name="Shape 122"/>
          <p:cNvSpPr/>
          <p:nvPr/>
        </p:nvSpPr>
        <p:spPr>
          <a:xfrm>
            <a:off x="9986565" y="5962620"/>
            <a:ext cx="2730910" cy="525378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57" name="Image 32" descr="/mnt/data/highq_icons/app_icon1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80272" y="6083540"/>
            <a:ext cx="455152" cy="283537"/>
          </a:xfrm>
          <a:prstGeom prst="rect">
            <a:avLst/>
          </a:prstGeom>
        </p:spPr>
      </p:pic>
      <p:sp>
        <p:nvSpPr>
          <p:cNvPr id="158" name="Text 123"/>
          <p:cNvSpPr/>
          <p:nvPr/>
        </p:nvSpPr>
        <p:spPr>
          <a:xfrm>
            <a:off x="10803161" y="6071031"/>
            <a:ext cx="1740286" cy="316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prediction</a:t>
            </a:r>
            <a:endParaRPr lang="en-US" sz="950" dirty="0"/>
          </a:p>
        </p:txBody>
      </p:sp>
      <p:sp>
        <p:nvSpPr>
          <p:cNvPr id="159" name="Shape 124"/>
          <p:cNvSpPr/>
          <p:nvPr/>
        </p:nvSpPr>
        <p:spPr>
          <a:xfrm>
            <a:off x="9986565" y="6613087"/>
            <a:ext cx="2730910" cy="525378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60" name="Image 33" descr="/mnt/data/highq_icons/app_icon2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80272" y="6734007"/>
            <a:ext cx="455152" cy="283537"/>
          </a:xfrm>
          <a:prstGeom prst="rect">
            <a:avLst/>
          </a:prstGeom>
        </p:spPr>
      </p:pic>
      <p:sp>
        <p:nvSpPr>
          <p:cNvPr id="161" name="Text 125"/>
          <p:cNvSpPr/>
          <p:nvPr/>
        </p:nvSpPr>
        <p:spPr>
          <a:xfrm>
            <a:off x="10803161" y="6721498"/>
            <a:ext cx="1740286" cy="316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outcome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950" dirty="0"/>
          </a:p>
        </p:txBody>
      </p:sp>
      <p:sp>
        <p:nvSpPr>
          <p:cNvPr id="162" name="Shape 126"/>
          <p:cNvSpPr/>
          <p:nvPr/>
        </p:nvSpPr>
        <p:spPr>
          <a:xfrm>
            <a:off x="9986565" y="7263555"/>
            <a:ext cx="2730910" cy="525378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 w="6350">
            <a:solidFill>
              <a:srgbClr val="C8D2E0"/>
            </a:solidFill>
            <a:prstDash val="solid"/>
          </a:ln>
        </p:spPr>
      </p:sp>
      <p:pic>
        <p:nvPicPr>
          <p:cNvPr id="163" name="Image 34" descr="/mnt/data/highq_icons/app_icon3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080272" y="7384475"/>
            <a:ext cx="455152" cy="283537"/>
          </a:xfrm>
          <a:prstGeom prst="rect">
            <a:avLst/>
          </a:prstGeom>
        </p:spPr>
      </p:pic>
      <p:sp>
        <p:nvSpPr>
          <p:cNvPr id="164" name="Text 127"/>
          <p:cNvSpPr/>
          <p:nvPr/>
        </p:nvSpPr>
        <p:spPr>
          <a:xfrm>
            <a:off x="10803161" y="7371966"/>
            <a:ext cx="1740286" cy="316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privacy-risk assessment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Digital Twin Framework</dc:title>
  <dc:subject>Editable recreation with replaced high-quality icons</dc:subject>
  <dc:creator>OpenAI</dc:creator>
  <cp:lastModifiedBy>OpenAI</cp:lastModifiedBy>
  <cp:revision>1</cp:revision>
  <dcterms:created xsi:type="dcterms:W3CDTF">2026-06-18T00:46:11Z</dcterms:created>
  <dcterms:modified xsi:type="dcterms:W3CDTF">2026-06-18T00:46:11Z</dcterms:modified>
</cp:coreProperties>
</file>